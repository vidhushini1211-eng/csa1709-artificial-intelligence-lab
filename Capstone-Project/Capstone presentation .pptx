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78" r:id="rId6"/>
    <p:sldId id="259" r:id="rId7"/>
    <p:sldId id="260" r:id="rId8"/>
    <p:sldId id="261" r:id="rId9"/>
    <p:sldId id="275" r:id="rId10"/>
    <p:sldId id="273" r:id="rId11"/>
    <p:sldId id="274" r:id="rId12"/>
    <p:sldId id="271" r:id="rId13"/>
    <p:sldId id="265" r:id="rId14"/>
    <p:sldId id="266" r:id="rId15"/>
    <p:sldId id="267" r:id="rId16"/>
    <p:sldId id="268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0" dt="2026-08-21T08:22:26.522"/>
    <p1510:client id="{9DC5D089-CAF1-F5F4-B6CE-FB944A3691F1}" v="21" dt="2026-08-21T08:43:14.305"/>
    <p1510:client id="{AF0C6DF4-0148-9B2E-265B-2AEAA449B847}" v="28" dt="2026-08-21T08:47:13.7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620" y="11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79CB9D9-4407-F88F-AD2D-7F53F0F3C70A}"/>
    <pc:docChg chg="addSld modSld sldOrd">
      <pc:chgData name="Guest User" userId="" providerId="Windows Live" clId="Web-{679CB9D9-4407-F88F-AD2D-7F53F0F3C70A}" dt="2026-08-10T06:15:15.546" v="91"/>
      <pc:docMkLst>
        <pc:docMk/>
      </pc:docMkLst>
      <pc:sldChg chg="addSp modSp">
        <pc:chgData name="Guest User" userId="" providerId="Windows Live" clId="Web-{679CB9D9-4407-F88F-AD2D-7F53F0F3C70A}" dt="2026-08-10T06:03:49.126" v="31" actId="14100"/>
        <pc:sldMkLst>
          <pc:docMk/>
          <pc:sldMk cId="0" sldId="256"/>
        </pc:sldMkLst>
        <pc:spChg chg="mod">
          <ac:chgData name="Guest User" userId="" providerId="Windows Live" clId="Web-{679CB9D9-4407-F88F-AD2D-7F53F0F3C70A}" dt="2026-08-10T06:03:49.126" v="31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" providerId="Windows Live" clId="Web-{679CB9D9-4407-F88F-AD2D-7F53F0F3C70A}" dt="2026-08-10T06:02:44.235" v="28" actId="20577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Guest User" userId="" providerId="Windows Live" clId="Web-{679CB9D9-4407-F88F-AD2D-7F53F0F3C70A}" dt="2026-08-10T06:01:06.064" v="12" actId="20577"/>
          <ac:spMkLst>
            <pc:docMk/>
            <pc:sldMk cId="0" sldId="256"/>
            <ac:spMk id="6" creationId="{4B078993-E7B0-128F-FCC7-6EADE9008AC8}"/>
          </ac:spMkLst>
        </pc:spChg>
        <pc:spChg chg="add mod">
          <ac:chgData name="Guest User" userId="" providerId="Windows Live" clId="Web-{679CB9D9-4407-F88F-AD2D-7F53F0F3C70A}" dt="2026-08-10T06:01:40.236" v="22" actId="20577"/>
          <ac:spMkLst>
            <pc:docMk/>
            <pc:sldMk cId="0" sldId="256"/>
            <ac:spMk id="7" creationId="{76F563D2-056C-798C-5CD9-F4792836D84E}"/>
          </ac:spMkLst>
        </pc:spChg>
      </pc:sldChg>
      <pc:sldChg chg="modSp">
        <pc:chgData name="Guest User" userId="" providerId="Windows Live" clId="Web-{679CB9D9-4407-F88F-AD2D-7F53F0F3C70A}" dt="2026-08-10T06:12:58.796" v="77" actId="14100"/>
        <pc:sldMkLst>
          <pc:docMk/>
          <pc:sldMk cId="0" sldId="257"/>
        </pc:sldMkLst>
        <pc:spChg chg="mod">
          <ac:chgData name="Guest User" userId="" providerId="Windows Live" clId="Web-{679CB9D9-4407-F88F-AD2D-7F53F0F3C70A}" dt="2026-08-10T06:03:36.220" v="3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" providerId="Windows Live" clId="Web-{679CB9D9-4407-F88F-AD2D-7F53F0F3C70A}" dt="2026-08-10T06:12:58.796" v="77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ord">
        <pc:chgData name="Guest User" userId="" providerId="Windows Live" clId="Web-{679CB9D9-4407-F88F-AD2D-7F53F0F3C70A}" dt="2026-08-10T06:15:15.546" v="91"/>
        <pc:sldMkLst>
          <pc:docMk/>
          <pc:sldMk cId="0" sldId="258"/>
        </pc:sldMkLst>
        <pc:spChg chg="mod">
          <ac:chgData name="Guest User" userId="" providerId="Windows Live" clId="Web-{679CB9D9-4407-F88F-AD2D-7F53F0F3C70A}" dt="2026-08-10T06:14:36.296" v="8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Guest User" userId="" providerId="Windows Live" clId="Web-{679CB9D9-4407-F88F-AD2D-7F53F0F3C70A}" dt="2026-08-10T06:15:06.592" v="90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modSp new">
        <pc:chgData name="Guest User" userId="" providerId="Windows Live" clId="Web-{679CB9D9-4407-F88F-AD2D-7F53F0F3C70A}" dt="2026-08-10T06:11:02.312" v="54" actId="20577"/>
        <pc:sldMkLst>
          <pc:docMk/>
          <pc:sldMk cId="2607915616" sldId="269"/>
        </pc:sldMkLst>
        <pc:spChg chg="mod">
          <ac:chgData name="Guest User" userId="" providerId="Windows Live" clId="Web-{679CB9D9-4407-F88F-AD2D-7F53F0F3C70A}" dt="2026-08-10T06:08:03.813" v="43" actId="20577"/>
          <ac:spMkLst>
            <pc:docMk/>
            <pc:sldMk cId="2607915616" sldId="269"/>
            <ac:spMk id="2" creationId="{312A4EC6-8F30-0DB1-1C66-6D9BB3738EDE}"/>
          </ac:spMkLst>
        </pc:spChg>
        <pc:spChg chg="mod">
          <ac:chgData name="Guest User" userId="" providerId="Windows Live" clId="Web-{679CB9D9-4407-F88F-AD2D-7F53F0F3C70A}" dt="2026-08-10T06:11:02.312" v="54" actId="20577"/>
          <ac:spMkLst>
            <pc:docMk/>
            <pc:sldMk cId="2607915616" sldId="269"/>
            <ac:spMk id="3" creationId="{FD18D2F7-E091-344B-6B94-EB368B1678E7}"/>
          </ac:spMkLst>
        </pc:spChg>
        <pc:picChg chg="add">
          <ac:chgData name="Guest User" userId="" providerId="Windows Live" clId="Web-{679CB9D9-4407-F88F-AD2D-7F53F0F3C70A}" dt="2026-08-10T06:07:40.813" v="41"/>
          <ac:picMkLst>
            <pc:docMk/>
            <pc:sldMk cId="2607915616" sldId="269"/>
            <ac:picMk id="5" creationId="{4760821A-19B1-0610-9E01-07E76FE86599}"/>
          </ac:picMkLst>
        </pc:picChg>
        <pc:picChg chg="add">
          <ac:chgData name="Guest User" userId="" providerId="Windows Live" clId="Web-{679CB9D9-4407-F88F-AD2D-7F53F0F3C70A}" dt="2026-08-10T06:07:50.235" v="42"/>
          <ac:picMkLst>
            <pc:docMk/>
            <pc:sldMk cId="2607915616" sldId="269"/>
            <ac:picMk id="7" creationId="{C30930DD-B246-857F-2879-7571883709DA}"/>
          </ac:picMkLst>
        </pc:picChg>
      </pc:sldChg>
    </pc:docChg>
  </pc:docChgLst>
  <pc:docChgLst>
    <pc:chgData name="Guest User" providerId="Windows Live" clId="Web-{CE4A881B-A11F-C5D2-B688-724D2E953864}"/>
    <pc:docChg chg="modSld">
      <pc:chgData name="Guest User" userId="" providerId="Windows Live" clId="Web-{CE4A881B-A11F-C5D2-B688-724D2E953864}" dt="2026-08-11T18:21:06.590" v="8" actId="20577"/>
      <pc:docMkLst>
        <pc:docMk/>
      </pc:docMkLst>
      <pc:sldChg chg="modSp">
        <pc:chgData name="Guest User" userId="" providerId="Windows Live" clId="Web-{CE4A881B-A11F-C5D2-B688-724D2E953864}" dt="2026-08-11T18:20:50.948" v="7" actId="1076"/>
        <pc:sldMkLst>
          <pc:docMk/>
          <pc:sldMk cId="2607915616" sldId="269"/>
        </pc:sldMkLst>
        <pc:spChg chg="mod">
          <ac:chgData name="Guest User" userId="" providerId="Windows Live" clId="Web-{CE4A881B-A11F-C5D2-B688-724D2E953864}" dt="2026-08-11T18:20:50.948" v="7" actId="1076"/>
          <ac:spMkLst>
            <pc:docMk/>
            <pc:sldMk cId="2607915616" sldId="269"/>
            <ac:spMk id="3" creationId="{FD18D2F7-E091-344B-6B94-EB368B1678E7}"/>
          </ac:spMkLst>
        </pc:spChg>
      </pc:sldChg>
    </pc:docChg>
  </pc:docChgLst>
  <pc:docChgLst>
    <pc:chgData name="Guest User" providerId="Windows Live" clId="Web-{9DC5D089-CAF1-F5F4-B6CE-FB944A3691F1}"/>
    <pc:docChg chg="addSld delSld modSld">
      <pc:chgData name="Guest User" userId="" providerId="Windows Live" clId="Web-{9DC5D089-CAF1-F5F4-B6CE-FB944A3691F1}" dt="2026-08-21T08:43:14.305" v="20"/>
      <pc:docMkLst>
        <pc:docMk/>
      </pc:docMkLst>
      <pc:sldChg chg="modSp">
        <pc:chgData name="Guest User" userId="" providerId="Windows Live" clId="Web-{9DC5D089-CAF1-F5F4-B6CE-FB944A3691F1}" dt="2026-08-21T08:33:39.627" v="2" actId="14100"/>
        <pc:sldMkLst>
          <pc:docMk/>
          <pc:sldMk cId="0" sldId="261"/>
        </pc:sldMkLst>
        <pc:picChg chg="mod">
          <ac:chgData name="Guest User" userId="" providerId="Windows Live" clId="Web-{9DC5D089-CAF1-F5F4-B6CE-FB944A3691F1}" dt="2026-08-21T08:33:39.627" v="2" actId="14100"/>
          <ac:picMkLst>
            <pc:docMk/>
            <pc:sldMk cId="0" sldId="261"/>
            <ac:picMk id="3" creationId="{392BD046-267A-6A53-041A-9122DBB32008}"/>
          </ac:picMkLst>
        </pc:picChg>
      </pc:sldChg>
      <pc:sldChg chg="del">
        <pc:chgData name="Guest User" userId="" providerId="Windows Live" clId="Web-{9DC5D089-CAF1-F5F4-B6CE-FB944A3691F1}" dt="2026-08-21T08:19:48.008" v="0"/>
        <pc:sldMkLst>
          <pc:docMk/>
          <pc:sldMk cId="3682701864" sldId="270"/>
        </pc:sldMkLst>
      </pc:sldChg>
      <pc:sldChg chg="addSp delSp modSp">
        <pc:chgData name="Guest User" userId="" providerId="Windows Live" clId="Web-{9DC5D089-CAF1-F5F4-B6CE-FB944A3691F1}" dt="2026-08-21T08:38:49.577" v="16" actId="14100"/>
        <pc:sldMkLst>
          <pc:docMk/>
          <pc:sldMk cId="3746981196" sldId="271"/>
        </pc:sldMkLst>
        <pc:picChg chg="del mod">
          <ac:chgData name="Guest User" userId="" providerId="Windows Live" clId="Web-{9DC5D089-CAF1-F5F4-B6CE-FB944A3691F1}" dt="2026-08-21T08:38:33.514" v="12"/>
          <ac:picMkLst>
            <pc:docMk/>
            <pc:sldMk cId="3746981196" sldId="271"/>
            <ac:picMk id="4" creationId="{D1BEA083-41EB-FB1A-5426-8729CA441D3A}"/>
          </ac:picMkLst>
        </pc:picChg>
        <pc:picChg chg="add mod">
          <ac:chgData name="Guest User" userId="" providerId="Windows Live" clId="Web-{9DC5D089-CAF1-F5F4-B6CE-FB944A3691F1}" dt="2026-08-21T08:38:49.577" v="16" actId="14100"/>
          <ac:picMkLst>
            <pc:docMk/>
            <pc:sldMk cId="3746981196" sldId="271"/>
            <ac:picMk id="5" creationId="{68B29755-7611-ED44-4612-D3C026015C26}"/>
          </ac:picMkLst>
        </pc:picChg>
      </pc:sldChg>
      <pc:sldChg chg="modSp">
        <pc:chgData name="Guest User" userId="" providerId="Windows Live" clId="Web-{9DC5D089-CAF1-F5F4-B6CE-FB944A3691F1}" dt="2026-08-21T08:36:27.568" v="6" actId="1076"/>
        <pc:sldMkLst>
          <pc:docMk/>
          <pc:sldMk cId="3570204011" sldId="273"/>
        </pc:sldMkLst>
        <pc:spChg chg="mod">
          <ac:chgData name="Guest User" userId="" providerId="Windows Live" clId="Web-{9DC5D089-CAF1-F5F4-B6CE-FB944A3691F1}" dt="2026-08-21T08:36:27.568" v="6" actId="1076"/>
          <ac:spMkLst>
            <pc:docMk/>
            <pc:sldMk cId="3570204011" sldId="273"/>
            <ac:spMk id="2" creationId="{396D8663-E2B9-A2DD-B860-417029069AC1}"/>
          </ac:spMkLst>
        </pc:spChg>
        <pc:picChg chg="mod">
          <ac:chgData name="Guest User" userId="" providerId="Windows Live" clId="Web-{9DC5D089-CAF1-F5F4-B6CE-FB944A3691F1}" dt="2026-08-21T08:36:27.396" v="3" actId="14100"/>
          <ac:picMkLst>
            <pc:docMk/>
            <pc:sldMk cId="3570204011" sldId="273"/>
            <ac:picMk id="9" creationId="{CD87CF79-27BF-884F-3047-0F698B1017C2}"/>
          </ac:picMkLst>
        </pc:picChg>
      </pc:sldChg>
      <pc:sldChg chg="new del">
        <pc:chgData name="Guest User" userId="" providerId="Windows Live" clId="Web-{9DC5D089-CAF1-F5F4-B6CE-FB944A3691F1}" dt="2026-08-21T08:43:14.305" v="20"/>
        <pc:sldMkLst>
          <pc:docMk/>
          <pc:sldMk cId="1362122444" sldId="276"/>
        </pc:sldMkLst>
      </pc:sldChg>
      <pc:sldChg chg="new del">
        <pc:chgData name="Guest User" userId="" providerId="Windows Live" clId="Web-{9DC5D089-CAF1-F5F4-B6CE-FB944A3691F1}" dt="2026-08-21T08:43:13.258" v="19"/>
        <pc:sldMkLst>
          <pc:docMk/>
          <pc:sldMk cId="3033911054" sldId="277"/>
        </pc:sldMkLst>
      </pc:sldChg>
    </pc:docChg>
  </pc:docChgLst>
  <pc:docChgLst>
    <pc:chgData name="Guest User" providerId="Windows Live" clId="Web-{F9D68D70-F9A2-635D-2BFF-CD6C9DB4717E}"/>
    <pc:docChg chg="addSld modSld sldOrd">
      <pc:chgData name="Guest User" userId="" providerId="Windows Live" clId="Web-{F9D68D70-F9A2-635D-2BFF-CD6C9DB4717E}" dt="2026-08-17T09:25:33.712" v="72"/>
      <pc:docMkLst>
        <pc:docMk/>
      </pc:docMkLst>
      <pc:sldChg chg="ord">
        <pc:chgData name="Guest User" userId="" providerId="Windows Live" clId="Web-{F9D68D70-F9A2-635D-2BFF-CD6C9DB4717E}" dt="2026-08-17T09:25:23.618" v="70"/>
        <pc:sldMkLst>
          <pc:docMk/>
          <pc:sldMk cId="0" sldId="258"/>
        </pc:sldMkLst>
      </pc:sldChg>
      <pc:sldChg chg="addSp delSp modSp ord">
        <pc:chgData name="Guest User" userId="" providerId="Windows Live" clId="Web-{F9D68D70-F9A2-635D-2BFF-CD6C9DB4717E}" dt="2026-08-17T09:25:15.446" v="69"/>
        <pc:sldMkLst>
          <pc:docMk/>
          <pc:sldMk cId="0" sldId="259"/>
        </pc:sldMkLst>
        <pc:spChg chg="mod">
          <ac:chgData name="Guest User" userId="" providerId="Windows Live" clId="Web-{F9D68D70-F9A2-635D-2BFF-CD6C9DB4717E}" dt="2026-08-17T09:10:47.272" v="3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Guest User" userId="" providerId="Windows Live" clId="Web-{F9D68D70-F9A2-635D-2BFF-CD6C9DB4717E}" dt="2026-08-17T09:02:59.442" v="6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Guest User" userId="" providerId="Windows Live" clId="Web-{F9D68D70-F9A2-635D-2BFF-CD6C9DB4717E}" dt="2026-08-17T09:11:24.039" v="37" actId="1076"/>
          <ac:picMkLst>
            <pc:docMk/>
            <pc:sldMk cId="0" sldId="259"/>
            <ac:picMk id="8" creationId="{6142C6A7-3493-2D6D-7659-3257EB7B91AC}"/>
          </ac:picMkLst>
        </pc:picChg>
      </pc:sldChg>
      <pc:sldChg chg="ord">
        <pc:chgData name="Guest User" userId="" providerId="Windows Live" clId="Web-{F9D68D70-F9A2-635D-2BFF-CD6C9DB4717E}" dt="2026-08-17T09:25:33.712" v="72"/>
        <pc:sldMkLst>
          <pc:docMk/>
          <pc:sldMk cId="0" sldId="261"/>
        </pc:sldMkLst>
      </pc:sldChg>
      <pc:sldChg chg="addSp delSp modSp">
        <pc:chgData name="Guest User" userId="" providerId="Windows Live" clId="Web-{F9D68D70-F9A2-635D-2BFF-CD6C9DB4717E}" dt="2026-08-17T09:24:35.554" v="63" actId="20577"/>
        <pc:sldMkLst>
          <pc:docMk/>
          <pc:sldMk cId="3682701864" sldId="270"/>
        </pc:sldMkLst>
      </pc:sldChg>
      <pc:sldChg chg="addSp modSp new ord">
        <pc:chgData name="Guest User" userId="" providerId="Windows Live" clId="Web-{F9D68D70-F9A2-635D-2BFF-CD6C9DB4717E}" dt="2026-08-17T09:25:29.165" v="71"/>
        <pc:sldMkLst>
          <pc:docMk/>
          <pc:sldMk cId="3746981196" sldId="271"/>
        </pc:sldMkLst>
        <pc:picChg chg="add mod">
          <ac:chgData name="Guest User" userId="" providerId="Windows Live" clId="Web-{F9D68D70-F9A2-635D-2BFF-CD6C9DB4717E}" dt="2026-08-17T09:25:06.242" v="68" actId="14100"/>
          <ac:picMkLst>
            <pc:docMk/>
            <pc:sldMk cId="3746981196" sldId="271"/>
            <ac:picMk id="4" creationId="{D1BEA083-41EB-FB1A-5426-8729CA441D3A}"/>
          </ac:picMkLst>
        </pc:picChg>
      </pc:sldChg>
    </pc:docChg>
  </pc:docChgLst>
  <pc:docChgLst>
    <pc:chgData name="Guest User" providerId="Windows Live" clId="Web-{37E79F94-3442-1B4E-1E77-6AD2DE6A8165}"/>
    <pc:docChg chg="modSld">
      <pc:chgData name="Guest User" userId="" providerId="Windows Live" clId="Web-{37E79F94-3442-1B4E-1E77-6AD2DE6A8165}" dt="2026-08-19T03:12:02.933" v="13" actId="20577"/>
      <pc:docMkLst>
        <pc:docMk/>
      </pc:docMkLst>
      <pc:sldChg chg="modSp">
        <pc:chgData name="Guest User" userId="" providerId="Windows Live" clId="Web-{37E79F94-3442-1B4E-1E77-6AD2DE6A8165}" dt="2026-08-19T03:09:13.749" v="0" actId="20577"/>
        <pc:sldMkLst>
          <pc:docMk/>
          <pc:sldMk cId="0" sldId="257"/>
        </pc:sldMkLst>
        <pc:spChg chg="mod">
          <ac:chgData name="Guest User" userId="" providerId="Windows Live" clId="Web-{37E79F94-3442-1B4E-1E77-6AD2DE6A8165}" dt="2026-08-19T03:09:13.749" v="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Guest User" userId="" providerId="Windows Live" clId="Web-{37E79F94-3442-1B4E-1E77-6AD2DE6A8165}" dt="2026-08-19T03:12:02.933" v="13" actId="20577"/>
        <pc:sldMkLst>
          <pc:docMk/>
          <pc:sldMk cId="2607915616" sldId="269"/>
        </pc:sldMkLst>
        <pc:spChg chg="mod">
          <ac:chgData name="Guest User" userId="" providerId="Windows Live" clId="Web-{37E79F94-3442-1B4E-1E77-6AD2DE6A8165}" dt="2026-08-19T03:12:02.933" v="13" actId="20577"/>
          <ac:spMkLst>
            <pc:docMk/>
            <pc:sldMk cId="2607915616" sldId="269"/>
            <ac:spMk id="3" creationId="{FD18D2F7-E091-344B-6B94-EB368B1678E7}"/>
          </ac:spMkLst>
        </pc:spChg>
      </pc:sldChg>
    </pc:docChg>
  </pc:docChgLst>
  <pc:docChgLst>
    <pc:chgData name="Guest User" providerId="Windows Live" clId="Web-{584B27BF-9691-DA25-1D8D-2A5167501490}"/>
    <pc:docChg chg="delSld modSld">
      <pc:chgData name="Guest User" userId="" providerId="Windows Live" clId="Web-{584B27BF-9691-DA25-1D8D-2A5167501490}" dt="2026-08-16T17:44:15.930" v="20" actId="20577"/>
      <pc:docMkLst>
        <pc:docMk/>
      </pc:docMkLst>
      <pc:sldChg chg="addSp modSp">
        <pc:chgData name="Guest User" userId="" providerId="Windows Live" clId="Web-{584B27BF-9691-DA25-1D8D-2A5167501490}" dt="2026-08-16T17:43:38.726" v="16" actId="14100"/>
        <pc:sldMkLst>
          <pc:docMk/>
          <pc:sldMk cId="0" sldId="259"/>
        </pc:sldMkLst>
        <pc:spChg chg="mod">
          <ac:chgData name="Guest User" userId="" providerId="Windows Live" clId="Web-{584B27BF-9691-DA25-1D8D-2A5167501490}" dt="2026-08-16T17:41:33.331" v="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Guest User" userId="" providerId="Windows Live" clId="Web-{584B27BF-9691-DA25-1D8D-2A5167501490}" dt="2026-08-16T17:36:54.665" v="0" actId="1076"/>
          <ac:spMkLst>
            <pc:docMk/>
            <pc:sldMk cId="0" sldId="259"/>
            <ac:spMk id="3" creationId="{00000000-0000-0000-0000-000000000000}"/>
          </ac:spMkLst>
        </pc:spChg>
      </pc:sldChg>
    </pc:docChg>
  </pc:docChgLst>
  <pc:docChgLst>
    <pc:chgData name="Guest User" providerId="Windows Live" clId="Web-{AF0C6DF4-0148-9B2E-265B-2AEAA449B847}"/>
    <pc:docChg chg="addSld delSld modSld">
      <pc:chgData name="Guest User" userId="" providerId="Windows Live" clId="Web-{AF0C6DF4-0148-9B2E-265B-2AEAA449B847}" dt="2026-08-21T08:47:13.750" v="14"/>
      <pc:docMkLst>
        <pc:docMk/>
      </pc:docMkLst>
      <pc:sldChg chg="modSp">
        <pc:chgData name="Guest User" userId="" providerId="Windows Live" clId="Web-{AF0C6DF4-0148-9B2E-265B-2AEAA449B847}" dt="2026-08-21T08:45:21.825" v="10" actId="20577"/>
        <pc:sldMkLst>
          <pc:docMk/>
          <pc:sldMk cId="0" sldId="260"/>
        </pc:sldMkLst>
        <pc:spChg chg="mod">
          <ac:chgData name="Guest User" userId="" providerId="Windows Live" clId="Web-{AF0C6DF4-0148-9B2E-265B-2AEAA449B847}" dt="2026-08-21T08:45:21.825" v="10" actId="20577"/>
          <ac:spMkLst>
            <pc:docMk/>
            <pc:sldMk cId="0" sldId="260"/>
            <ac:spMk id="3" creationId="{00000000-0000-0000-0000-000000000000}"/>
          </ac:spMkLst>
        </pc:spChg>
      </pc:sldChg>
      <pc:sldChg chg="new del">
        <pc:chgData name="Guest User" userId="" providerId="Windows Live" clId="Web-{AF0C6DF4-0148-9B2E-265B-2AEAA449B847}" dt="2026-08-21T08:46:37.889" v="13"/>
        <pc:sldMkLst>
          <pc:docMk/>
          <pc:sldMk cId="441516850" sldId="276"/>
        </pc:sldMkLst>
      </pc:sldChg>
      <pc:sldChg chg="add del">
        <pc:chgData name="Guest User" userId="" providerId="Windows Live" clId="Web-{AF0C6DF4-0148-9B2E-265B-2AEAA449B847}" dt="2026-08-21T08:47:13.750" v="14"/>
        <pc:sldMkLst>
          <pc:docMk/>
          <pc:sldMk cId="944047914" sldId="277"/>
        </pc:sldMkLst>
      </pc:sldChg>
    </pc:docChg>
  </pc:docChgLst>
  <pc:docChgLst>
    <pc:chgData name="Guest User" providerId="Windows Live" clId="Web-{00000000-0000-0000-0000-000000000000}"/>
    <pc:docChg chg="addSld delSld modSld sldOrd">
      <pc:chgData name="Guest User" userId="" providerId="Windows Live" clId="Web-{00000000-0000-0000-0000-000000000000}" dt="2026-08-21T08:22:26.522" v="145" actId="14100"/>
      <pc:docMkLst>
        <pc:docMk/>
      </pc:docMkLst>
      <pc:sldChg chg="addSp delSp modSp">
        <pc:chgData name="Guest User" userId="" providerId="Windows Live" clId="Web-{00000000-0000-0000-0000-000000000000}" dt="2026-08-17T08:43:36.941" v="66" actId="14100"/>
        <pc:sldMkLst>
          <pc:docMk/>
          <pc:sldMk cId="0" sldId="257"/>
        </pc:sldMkLst>
        <pc:spChg chg="mod">
          <ac:chgData name="Guest User" userId="" providerId="Windows Live" clId="Web-{00000000-0000-0000-0000-000000000000}" dt="2026-08-17T08:43:36.941" v="66" actId="14100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Guest User" userId="" providerId="Windows Live" clId="Web-{00000000-0000-0000-0000-000000000000}" dt="2026-08-17T08:42:07.985" v="61" actId="14100"/>
          <ac:picMkLst>
            <pc:docMk/>
            <pc:sldMk cId="0" sldId="257"/>
            <ac:picMk id="7" creationId="{EDF444E8-2D73-8D96-96D6-C5D40F4D5A13}"/>
          </ac:picMkLst>
        </pc:picChg>
      </pc:sldChg>
      <pc:sldChg chg="modSp">
        <pc:chgData name="Guest User" userId="" providerId="Windows Live" clId="Web-{00000000-0000-0000-0000-000000000000}" dt="2026-08-17T08:44:06.598" v="67" actId="1076"/>
        <pc:sldMkLst>
          <pc:docMk/>
          <pc:sldMk cId="0" sldId="259"/>
        </pc:sldMkLst>
      </pc:sldChg>
      <pc:sldChg chg="modSp add">
        <pc:chgData name="Guest User" userId="" providerId="Windows Live" clId="Web-{00000000-0000-0000-0000-000000000000}" dt="2026-08-21T08:22:26.522" v="145" actId="14100"/>
        <pc:sldMkLst>
          <pc:docMk/>
          <pc:sldMk cId="0" sldId="260"/>
        </pc:sldMkLst>
        <pc:spChg chg="mod">
          <ac:chgData name="Guest User" userId="" providerId="Windows Live" clId="Web-{00000000-0000-0000-0000-000000000000}" dt="2026-08-21T08:21:52.381" v="133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Guest User" userId="" providerId="Windows Live" clId="Web-{00000000-0000-0000-0000-000000000000}" dt="2026-08-21T08:22:26.522" v="145" actId="14100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8-21T08:20:47.067" v="127" actId="20577"/>
        <pc:sldMkLst>
          <pc:docMk/>
          <pc:sldMk cId="0" sldId="267"/>
        </pc:sldMkLst>
        <pc:spChg chg="mod">
          <ac:chgData name="Guest User" userId="" providerId="Windows Live" clId="Web-{00000000-0000-0000-0000-000000000000}" dt="2026-08-17T08:35:19.348" v="20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Guest User" userId="" providerId="Windows Live" clId="Web-{00000000-0000-0000-0000-000000000000}" dt="2026-08-21T08:20:47.067" v="127" actId="20577"/>
          <ac:spMkLst>
            <pc:docMk/>
            <pc:sldMk cId="0" sldId="267"/>
            <ac:spMk id="3" creationId="{00000000-0000-0000-0000-000000000000}"/>
          </ac:spMkLst>
        </pc:spChg>
      </pc:sldChg>
      <pc:sldChg chg="addSp delSp modSp">
        <pc:chgData name="Guest User" userId="" providerId="Windows Live" clId="Web-{00000000-0000-0000-0000-000000000000}" dt="2026-08-19T02:56:45.824" v="73"/>
        <pc:sldMkLst>
          <pc:docMk/>
          <pc:sldMk cId="2607915616" sldId="269"/>
        </pc:sldMkLst>
        <pc:spChg chg="mod">
          <ac:chgData name="Guest User" userId="" providerId="Windows Live" clId="Web-{00000000-0000-0000-0000-000000000000}" dt="2026-08-17T08:36:27.912" v="25" actId="1076"/>
          <ac:spMkLst>
            <pc:docMk/>
            <pc:sldMk cId="2607915616" sldId="269"/>
            <ac:spMk id="3" creationId="{FD18D2F7-E091-344B-6B94-EB368B1678E7}"/>
          </ac:spMkLst>
        </pc:spChg>
      </pc:sldChg>
      <pc:sldChg chg="delSp modSp new">
        <pc:chgData name="Guest User" userId="" providerId="Windows Live" clId="Web-{00000000-0000-0000-0000-000000000000}" dt="2026-08-21T08:12:29.447" v="96"/>
        <pc:sldMkLst>
          <pc:docMk/>
          <pc:sldMk cId="3682701864" sldId="270"/>
        </pc:sldMkLst>
        <pc:picChg chg="del">
          <ac:chgData name="Guest User" userId="" providerId="Windows Live" clId="Web-{00000000-0000-0000-0000-000000000000}" dt="2026-08-21T08:12:29.447" v="96"/>
          <ac:picMkLst>
            <pc:docMk/>
            <pc:sldMk cId="3682701864" sldId="270"/>
            <ac:picMk id="5" creationId="{AA9F102C-41EF-3FE0-774D-8CB4CBC8382B}"/>
          </ac:picMkLst>
        </pc:picChg>
      </pc:sldChg>
      <pc:sldChg chg="addSp delSp modSp ord">
        <pc:chgData name="Guest User" userId="" providerId="Windows Live" clId="Web-{00000000-0000-0000-0000-000000000000}" dt="2026-08-21T08:21:29.599" v="129"/>
        <pc:sldMkLst>
          <pc:docMk/>
          <pc:sldMk cId="3746981196" sldId="271"/>
        </pc:sldMkLst>
        <pc:spChg chg="mod">
          <ac:chgData name="Guest User" userId="" providerId="Windows Live" clId="Web-{00000000-0000-0000-0000-000000000000}" dt="2026-08-21T08:19:22.534" v="121" actId="20577"/>
          <ac:spMkLst>
            <pc:docMk/>
            <pc:sldMk cId="3746981196" sldId="271"/>
            <ac:spMk id="2" creationId="{78056963-6693-8C23-8BE2-E5B16A765474}"/>
          </ac:spMkLst>
        </pc:spChg>
        <pc:spChg chg="del mod">
          <ac:chgData name="Guest User" userId="" providerId="Windows Live" clId="Web-{00000000-0000-0000-0000-000000000000}" dt="2026-08-21T08:18:47.814" v="111"/>
          <ac:spMkLst>
            <pc:docMk/>
            <pc:sldMk cId="3746981196" sldId="271"/>
            <ac:spMk id="3" creationId="{2C5C346A-BCA9-5B69-F5F5-B6D33E4D26A6}"/>
          </ac:spMkLst>
        </pc:spChg>
        <pc:picChg chg="mod">
          <ac:chgData name="Guest User" userId="" providerId="Windows Live" clId="Web-{00000000-0000-0000-0000-000000000000}" dt="2026-08-21T08:21:28.709" v="128" actId="14100"/>
          <ac:picMkLst>
            <pc:docMk/>
            <pc:sldMk cId="3746981196" sldId="271"/>
            <ac:picMk id="4" creationId="{D1BEA083-41EB-FB1A-5426-8729CA441D3A}"/>
          </ac:picMkLst>
        </pc:picChg>
        <pc:picChg chg="add">
          <ac:chgData name="Guest User" userId="" providerId="Windows Live" clId="Web-{00000000-0000-0000-0000-000000000000}" dt="2026-08-21T08:16:37.121" v="99"/>
          <ac:picMkLst>
            <pc:docMk/>
            <pc:sldMk cId="3746981196" sldId="271"/>
            <ac:picMk id="6" creationId="{77A0786A-24D2-3B06-F73A-D5BF0D645135}"/>
          </ac:picMkLst>
        </pc:picChg>
        <pc:picChg chg="add">
          <ac:chgData name="Guest User" userId="" providerId="Windows Live" clId="Web-{00000000-0000-0000-0000-000000000000}" dt="2026-08-21T08:16:38.262" v="100"/>
          <ac:picMkLst>
            <pc:docMk/>
            <pc:sldMk cId="3746981196" sldId="271"/>
            <ac:picMk id="8" creationId="{8BEBE0D1-6521-47C9-C8FE-E81B37B6E02B}"/>
          </ac:picMkLst>
        </pc:picChg>
        <pc:picChg chg="add del">
          <ac:chgData name="Guest User" userId="" providerId="Windows Live" clId="Web-{00000000-0000-0000-0000-000000000000}" dt="2026-08-21T08:21:29.599" v="129"/>
          <ac:picMkLst>
            <pc:docMk/>
            <pc:sldMk cId="3746981196" sldId="271"/>
            <ac:picMk id="10" creationId="{A9A2733C-AAC7-4066-7E10-D8AFF1577C43}"/>
          </ac:picMkLst>
        </pc:picChg>
      </pc:sldChg>
      <pc:sldChg chg="addSp delSp modSp new">
        <pc:chgData name="Guest User" userId="" providerId="Windows Live" clId="Web-{00000000-0000-0000-0000-000000000000}" dt="2026-08-19T03:14:06.457" v="95" actId="14100"/>
        <pc:sldMkLst>
          <pc:docMk/>
          <pc:sldMk cId="2303582464" sldId="272"/>
        </pc:sldMkLst>
        <pc:picChg chg="add">
          <ac:chgData name="Guest User" userId="" providerId="Windows Live" clId="Web-{00000000-0000-0000-0000-000000000000}" dt="2026-08-19T02:57:00.684" v="75"/>
          <ac:picMkLst>
            <pc:docMk/>
            <pc:sldMk cId="2303582464" sldId="272"/>
            <ac:picMk id="5" creationId="{78BA6A2B-C1A1-22D6-2533-ADD1A28AD917}"/>
          </ac:picMkLst>
        </pc:picChg>
        <pc:picChg chg="add">
          <ac:chgData name="Guest User" userId="" providerId="Windows Live" clId="Web-{00000000-0000-0000-0000-000000000000}" dt="2026-08-19T02:57:11.028" v="76"/>
          <ac:picMkLst>
            <pc:docMk/>
            <pc:sldMk cId="2303582464" sldId="272"/>
            <ac:picMk id="7" creationId="{1E9C8572-EA72-9B8F-D29A-373F47CE310A}"/>
          </ac:picMkLst>
        </pc:picChg>
        <pc:picChg chg="add">
          <ac:chgData name="Guest User" userId="" providerId="Windows Live" clId="Web-{00000000-0000-0000-0000-000000000000}" dt="2026-08-19T02:57:17.574" v="77"/>
          <ac:picMkLst>
            <pc:docMk/>
            <pc:sldMk cId="2303582464" sldId="272"/>
            <ac:picMk id="9" creationId="{131D264A-429A-BB95-DCBC-2DBD8453ED08}"/>
          </ac:picMkLst>
        </pc:picChg>
        <pc:picChg chg="add mod">
          <ac:chgData name="Guest User" userId="" providerId="Windows Live" clId="Web-{00000000-0000-0000-0000-000000000000}" dt="2026-08-19T03:14:06.457" v="95" actId="14100"/>
          <ac:picMkLst>
            <pc:docMk/>
            <pc:sldMk cId="2303582464" sldId="272"/>
            <ac:picMk id="12" creationId="{82745A90-044C-C3A2-AE0C-AD4B02711268}"/>
          </ac:picMkLst>
        </pc:picChg>
      </pc:sldChg>
      <pc:sldChg chg="modSp">
        <pc:chgData name="Guest User" userId="" providerId="Windows Live" clId="Web-{00000000-0000-0000-0000-000000000000}" dt="2026-08-21T08:20:32.926" v="126" actId="1076"/>
        <pc:sldMkLst>
          <pc:docMk/>
          <pc:sldMk cId="3570204011" sldId="273"/>
        </pc:sldMkLst>
        <pc:spChg chg="mod">
          <ac:chgData name="Guest User" userId="" providerId="Windows Live" clId="Web-{00000000-0000-0000-0000-000000000000}" dt="2026-08-21T08:20:32.895" v="125" actId="14100"/>
          <ac:spMkLst>
            <pc:docMk/>
            <pc:sldMk cId="3570204011" sldId="273"/>
            <ac:spMk id="2" creationId="{396D8663-E2B9-A2DD-B860-417029069AC1}"/>
          </ac:spMkLst>
        </pc:spChg>
        <pc:picChg chg="mod">
          <ac:chgData name="Guest User" userId="" providerId="Windows Live" clId="Web-{00000000-0000-0000-0000-000000000000}" dt="2026-08-21T08:20:32.926" v="126" actId="1076"/>
          <ac:picMkLst>
            <pc:docMk/>
            <pc:sldMk cId="3570204011" sldId="273"/>
            <ac:picMk id="5" creationId="{A27CC382-CE78-10FB-BC98-87922BA5641A}"/>
          </ac:picMkLst>
        </pc:picChg>
      </pc:sldChg>
    </pc:docChg>
  </pc:docChgLst>
  <pc:docChgLst>
    <pc:chgData name="Guest User" providerId="Windows Live" clId="Web-{AD913E6F-70B4-0A0B-DF59-A11BE7926D89}"/>
    <pc:docChg chg="addSld delSld modSld sldOrd">
      <pc:chgData name="Guest User" userId="" providerId="Windows Live" clId="Web-{AD913E6F-70B4-0A0B-DF59-A11BE7926D89}" dt="2026-08-19T06:25:04.249" v="237" actId="14100"/>
      <pc:docMkLst>
        <pc:docMk/>
      </pc:docMkLst>
      <pc:sldChg chg="addSp delSp modSp ord">
        <pc:chgData name="Guest User" userId="" providerId="Windows Live" clId="Web-{AD913E6F-70B4-0A0B-DF59-A11BE7926D89}" dt="2026-08-19T04:17:24.333" v="46"/>
        <pc:sldMkLst>
          <pc:docMk/>
          <pc:sldMk cId="0" sldId="261"/>
        </pc:sldMkLst>
        <pc:spChg chg="mod">
          <ac:chgData name="Guest User" userId="" providerId="Windows Live" clId="Web-{AD913E6F-70B4-0A0B-DF59-A11BE7926D89}" dt="2026-08-19T04:16:03.159" v="44" actId="14100"/>
          <ac:spMkLst>
            <pc:docMk/>
            <pc:sldMk cId="0" sldId="261"/>
            <ac:spMk id="2" creationId="{00000000-0000-0000-0000-000000000000}"/>
          </ac:spMkLst>
        </pc:spChg>
        <pc:picChg chg="add mod">
          <ac:chgData name="Guest User" userId="" providerId="Windows Live" clId="Web-{AD913E6F-70B4-0A0B-DF59-A11BE7926D89}" dt="2026-08-19T04:14:47.280" v="35" actId="14100"/>
          <ac:picMkLst>
            <pc:docMk/>
            <pc:sldMk cId="0" sldId="261"/>
            <ac:picMk id="3" creationId="{392BD046-267A-6A53-041A-9122DBB32008}"/>
          </ac:picMkLst>
        </pc:picChg>
        <pc:picChg chg="mod">
          <ac:chgData name="Guest User" userId="" providerId="Windows Live" clId="Web-{AD913E6F-70B4-0A0B-DF59-A11BE7926D89}" dt="2026-08-19T04:14:43.327" v="34" actId="14100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Guest User" userId="" providerId="Windows Live" clId="Web-{AD913E6F-70B4-0A0B-DF59-A11BE7926D89}" dt="2026-08-19T04:14:40.077" v="33" actId="14100"/>
          <ac:picMkLst>
            <pc:docMk/>
            <pc:sldMk cId="0" sldId="261"/>
            <ac:picMk id="5" creationId="{00000000-0000-0000-0000-000000000000}"/>
          </ac:picMkLst>
        </pc:picChg>
      </pc:sldChg>
      <pc:sldChg chg="addSp delSp modSp mod setBg setFolMasterObjs">
        <pc:chgData name="Guest User" userId="" providerId="Windows Live" clId="Web-{AD913E6F-70B4-0A0B-DF59-A11BE7926D89}" dt="2026-08-19T05:53:28.496" v="90" actId="1076"/>
        <pc:sldMkLst>
          <pc:docMk/>
          <pc:sldMk cId="0" sldId="265"/>
        </pc:sldMkLst>
        <pc:spChg chg="mod">
          <ac:chgData name="Guest User" userId="" providerId="Windows Live" clId="Web-{AD913E6F-70B4-0A0B-DF59-A11BE7926D89}" dt="2026-08-19T05:51:31.163" v="88" actId="1076"/>
          <ac:spMkLst>
            <pc:docMk/>
            <pc:sldMk cId="0" sldId="265"/>
            <ac:spMk id="2" creationId="{00000000-0000-0000-0000-000000000000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11" creationId="{BACC6370-2D7E-4714-9D71-7542949D7D5D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13" creationId="{256B2C21-A230-48C0-8DF1-C46611373C44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15" creationId="{3847E18C-932D-4C95-AABA-FEC7C9499AD7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17" creationId="{3150CB11-0C61-439E-910F-5787759E72A0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19" creationId="{43F8A58B-5155-44CE-A5FF-7647B47D0A7A}"/>
          </ac:spMkLst>
        </pc:spChg>
        <pc:spChg chg="add">
          <ac:chgData name="Guest User" userId="" providerId="Windows Live" clId="Web-{AD913E6F-70B4-0A0B-DF59-A11BE7926D89}" dt="2026-08-19T05:50:09.738" v="76"/>
          <ac:spMkLst>
            <pc:docMk/>
            <pc:sldMk cId="0" sldId="265"/>
            <ac:spMk id="21" creationId="{443F2ACA-E6D6-4028-82DD-F03C262D5DE6}"/>
          </ac:spMkLst>
        </pc:spChg>
        <pc:graphicFrameChg chg="add mod">
          <ac:chgData name="Guest User" userId="" providerId="Windows Live" clId="Web-{AD913E6F-70B4-0A0B-DF59-A11BE7926D89}" dt="2026-08-19T05:53:28.496" v="90" actId="1076"/>
          <ac:graphicFrameMkLst>
            <pc:docMk/>
            <pc:sldMk cId="0" sldId="265"/>
            <ac:graphicFrameMk id="7" creationId="{9D66C5F6-E2F6-2E9E-A10A-409939B80BEE}"/>
          </ac:graphicFrameMkLst>
        </pc:graphicFrameChg>
        <pc:picChg chg="mod">
          <ac:chgData name="Guest User" userId="" providerId="Windows Live" clId="Web-{AD913E6F-70B4-0A0B-DF59-A11BE7926D89}" dt="2026-08-19T05:49:56.253" v="75" actId="14100"/>
          <ac:picMkLst>
            <pc:docMk/>
            <pc:sldMk cId="0" sldId="265"/>
            <ac:picMk id="4" creationId="{00000000-0000-0000-0000-000000000000}"/>
          </ac:picMkLst>
        </pc:picChg>
        <pc:picChg chg="mod">
          <ac:chgData name="Guest User" userId="" providerId="Windows Live" clId="Web-{AD913E6F-70B4-0A0B-DF59-A11BE7926D89}" dt="2026-08-19T05:49:52.237" v="74" actId="14100"/>
          <ac:picMkLst>
            <pc:docMk/>
            <pc:sldMk cId="0" sldId="265"/>
            <ac:picMk id="5" creationId="{00000000-0000-0000-0000-000000000000}"/>
          </ac:picMkLst>
        </pc:picChg>
      </pc:sldChg>
      <pc:sldChg chg="modSp">
        <pc:chgData name="Guest User" userId="" providerId="Windows Live" clId="Web-{AD913E6F-70B4-0A0B-DF59-A11BE7926D89}" dt="2026-08-19T05:54:13.264" v="98" actId="14100"/>
        <pc:sldMkLst>
          <pc:docMk/>
          <pc:sldMk cId="0" sldId="266"/>
        </pc:sldMkLst>
        <pc:spChg chg="mod">
          <ac:chgData name="Guest User" userId="" providerId="Windows Live" clId="Web-{AD913E6F-70B4-0A0B-DF59-A11BE7926D89}" dt="2026-08-19T05:47:56.045" v="62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Guest User" userId="" providerId="Windows Live" clId="Web-{AD913E6F-70B4-0A0B-DF59-A11BE7926D89}" dt="2026-08-19T05:54:13.264" v="98" actId="14100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 setBg setFolMasterObjs">
        <pc:chgData name="Guest User" userId="" providerId="Windows Live" clId="Web-{AD913E6F-70B4-0A0B-DF59-A11BE7926D89}" dt="2026-08-19T06:03:31.725" v="143"/>
        <pc:sldMkLst>
          <pc:docMk/>
          <pc:sldMk cId="0" sldId="268"/>
        </pc:sldMkLst>
        <pc:spChg chg="add">
          <ac:chgData name="Guest User" userId="" providerId="Windows Live" clId="Web-{AD913E6F-70B4-0A0B-DF59-A11BE7926D89}" dt="2026-08-19T06:03:31.725" v="143"/>
          <ac:spMkLst>
            <pc:docMk/>
            <pc:sldMk cId="0" sldId="268"/>
            <ac:spMk id="9" creationId="{AB8C311F-7253-4AED-9701-7FC0708C41C7}"/>
          </ac:spMkLst>
        </pc:spChg>
        <pc:spChg chg="add">
          <ac:chgData name="Guest User" userId="" providerId="Windows Live" clId="Web-{AD913E6F-70B4-0A0B-DF59-A11BE7926D89}" dt="2026-08-19T06:03:31.725" v="143"/>
          <ac:spMkLst>
            <pc:docMk/>
            <pc:sldMk cId="0" sldId="268"/>
            <ac:spMk id="11" creationId="{E2384209-CB15-4CDF-9D31-C44FD9A3F20D}"/>
          </ac:spMkLst>
        </pc:spChg>
        <pc:spChg chg="add">
          <ac:chgData name="Guest User" userId="" providerId="Windows Live" clId="Web-{AD913E6F-70B4-0A0B-DF59-A11BE7926D89}" dt="2026-08-19T06:03:31.725" v="143"/>
          <ac:spMkLst>
            <pc:docMk/>
            <pc:sldMk cId="0" sldId="268"/>
            <ac:spMk id="13" creationId="{2633B3B5-CC90-43F0-8714-D31D1F3F0209}"/>
          </ac:spMkLst>
        </pc:spChg>
        <pc:spChg chg="add">
          <ac:chgData name="Guest User" userId="" providerId="Windows Live" clId="Web-{AD913E6F-70B4-0A0B-DF59-A11BE7926D89}" dt="2026-08-19T06:03:31.725" v="143"/>
          <ac:spMkLst>
            <pc:docMk/>
            <pc:sldMk cId="0" sldId="268"/>
            <ac:spMk id="15" creationId="{A8D57A06-A426-446D-B02C-A2DC6B62E45E}"/>
          </ac:spMkLst>
        </pc:spChg>
        <pc:picChg chg="add mod">
          <ac:chgData name="Guest User" userId="" providerId="Windows Live" clId="Web-{AD913E6F-70B4-0A0B-DF59-A11BE7926D89}" dt="2026-08-19T06:03:31.725" v="143"/>
          <ac:picMkLst>
            <pc:docMk/>
            <pc:sldMk cId="0" sldId="268"/>
            <ac:picMk id="4" creationId="{F5939344-ADBC-B88F-186E-D6C212E892A5}"/>
          </ac:picMkLst>
        </pc:picChg>
      </pc:sldChg>
      <pc:sldChg chg="addSp modSp">
        <pc:chgData name="Guest User" userId="" providerId="Windows Live" clId="Web-{AD913E6F-70B4-0A0B-DF59-A11BE7926D89}" dt="2026-08-19T06:05:43.731" v="155" actId="14100"/>
        <pc:sldMkLst>
          <pc:docMk/>
          <pc:sldMk cId="2607915616" sldId="269"/>
        </pc:sldMkLst>
        <pc:spChg chg="mod">
          <ac:chgData name="Guest User" userId="" providerId="Windows Live" clId="Web-{AD913E6F-70B4-0A0B-DF59-A11BE7926D89}" dt="2026-08-19T06:05:09.307" v="148" actId="14100"/>
          <ac:spMkLst>
            <pc:docMk/>
            <pc:sldMk cId="2607915616" sldId="269"/>
            <ac:spMk id="3" creationId="{FD18D2F7-E091-344B-6B94-EB368B1678E7}"/>
          </ac:spMkLst>
        </pc:spChg>
        <pc:picChg chg="add mod">
          <ac:chgData name="Guest User" userId="" providerId="Windows Live" clId="Web-{AD913E6F-70B4-0A0B-DF59-A11BE7926D89}" dt="2026-08-19T06:05:43.731" v="155" actId="14100"/>
          <ac:picMkLst>
            <pc:docMk/>
            <pc:sldMk cId="2607915616" sldId="269"/>
            <ac:picMk id="4" creationId="{B20FEDC0-3FD3-31EF-C978-3878287797FB}"/>
          </ac:picMkLst>
        </pc:picChg>
      </pc:sldChg>
      <pc:sldChg chg="addSp delSp modSp">
        <pc:chgData name="Guest User" userId="" providerId="Windows Live" clId="Web-{AD913E6F-70B4-0A0B-DF59-A11BE7926D89}" dt="2026-08-19T03:59:43.359" v="19" actId="14100"/>
        <pc:sldMkLst>
          <pc:docMk/>
          <pc:sldMk cId="3682701864" sldId="270"/>
        </pc:sldMkLst>
      </pc:sldChg>
      <pc:sldChg chg="modSp">
        <pc:chgData name="Guest User" userId="" providerId="Windows Live" clId="Web-{AD913E6F-70B4-0A0B-DF59-A11BE7926D89}" dt="2026-08-19T05:54:28.233" v="101" actId="14100"/>
        <pc:sldMkLst>
          <pc:docMk/>
          <pc:sldMk cId="3746981196" sldId="271"/>
        </pc:sldMkLst>
        <pc:picChg chg="mod">
          <ac:chgData name="Guest User" userId="" providerId="Windows Live" clId="Web-{AD913E6F-70B4-0A0B-DF59-A11BE7926D89}" dt="2026-08-19T05:54:28.233" v="101" actId="14100"/>
          <ac:picMkLst>
            <pc:docMk/>
            <pc:sldMk cId="3746981196" sldId="271"/>
            <ac:picMk id="4" creationId="{D1BEA083-41EB-FB1A-5426-8729CA441D3A}"/>
          </ac:picMkLst>
        </pc:picChg>
      </pc:sldChg>
      <pc:sldChg chg="addSp delSp modSp new mod setBg">
        <pc:chgData name="Guest User" userId="" providerId="Windows Live" clId="Web-{AD913E6F-70B4-0A0B-DF59-A11BE7926D89}" dt="2026-08-19T06:14:18.456" v="209" actId="1076"/>
        <pc:sldMkLst>
          <pc:docMk/>
          <pc:sldMk cId="3570204011" sldId="273"/>
        </pc:sldMkLst>
        <pc:spChg chg="mod">
          <ac:chgData name="Guest User" userId="" providerId="Windows Live" clId="Web-{AD913E6F-70B4-0A0B-DF59-A11BE7926D89}" dt="2026-08-19T06:11:56.434" v="190"/>
          <ac:spMkLst>
            <pc:docMk/>
            <pc:sldMk cId="3570204011" sldId="273"/>
            <ac:spMk id="2" creationId="{396D8663-E2B9-A2DD-B860-417029069AC1}"/>
          </ac:spMkLst>
        </pc:spChg>
        <pc:spChg chg="mod">
          <ac:chgData name="Guest User" userId="" providerId="Windows Live" clId="Web-{AD913E6F-70B4-0A0B-DF59-A11BE7926D89}" dt="2026-08-19T06:11:56.434" v="190"/>
          <ac:spMkLst>
            <pc:docMk/>
            <pc:sldMk cId="3570204011" sldId="273"/>
            <ac:spMk id="3" creationId="{E4B6436A-2BF9-F4D0-6371-93FF0EB5EB31}"/>
          </ac:spMkLst>
        </pc:spChg>
        <pc:spChg chg="add">
          <ac:chgData name="Guest User" userId="" providerId="Windows Live" clId="Web-{AD913E6F-70B4-0A0B-DF59-A11BE7926D89}" dt="2026-08-19T06:11:56.434" v="190"/>
          <ac:spMkLst>
            <pc:docMk/>
            <pc:sldMk cId="3570204011" sldId="273"/>
            <ac:spMk id="13" creationId="{45D37F4E-DDB4-456B-97E0-9937730A039F}"/>
          </ac:spMkLst>
        </pc:spChg>
        <pc:spChg chg="add">
          <ac:chgData name="Guest User" userId="" providerId="Windows Live" clId="Web-{AD913E6F-70B4-0A0B-DF59-A11BE7926D89}" dt="2026-08-19T06:11:56.434" v="190"/>
          <ac:spMkLst>
            <pc:docMk/>
            <pc:sldMk cId="3570204011" sldId="273"/>
            <ac:spMk id="15" creationId="{B2DD41CD-8F47-4F56-AD12-4E2FF7696987}"/>
          </ac:spMkLst>
        </pc:spChg>
        <pc:picChg chg="add">
          <ac:chgData name="Guest User" userId="" providerId="Windows Live" clId="Web-{AD913E6F-70B4-0A0B-DF59-A11BE7926D89}" dt="2026-08-19T05:54:56.281" v="103"/>
          <ac:picMkLst>
            <pc:docMk/>
            <pc:sldMk cId="3570204011" sldId="273"/>
            <ac:picMk id="5" creationId="{A27CC382-CE78-10FB-BC98-87922BA5641A}"/>
          </ac:picMkLst>
        </pc:picChg>
        <pc:picChg chg="add">
          <ac:chgData name="Guest User" userId="" providerId="Windows Live" clId="Web-{AD913E6F-70B4-0A0B-DF59-A11BE7926D89}" dt="2026-08-19T05:55:07.001" v="106"/>
          <ac:picMkLst>
            <pc:docMk/>
            <pc:sldMk cId="3570204011" sldId="273"/>
            <ac:picMk id="7" creationId="{EE4806C9-07FB-B1F0-DCF8-7C8AC8CFCE1F}"/>
          </ac:picMkLst>
        </pc:picChg>
        <pc:picChg chg="add mod">
          <ac:chgData name="Guest User" userId="" providerId="Windows Live" clId="Web-{AD913E6F-70B4-0A0B-DF59-A11BE7926D89}" dt="2026-08-19T06:14:18.456" v="209" actId="1076"/>
          <ac:picMkLst>
            <pc:docMk/>
            <pc:sldMk cId="3570204011" sldId="273"/>
            <ac:picMk id="9" creationId="{CD87CF79-27BF-884F-3047-0F698B1017C2}"/>
          </ac:picMkLst>
        </pc:picChg>
      </pc:sldChg>
      <pc:sldChg chg="addSp delSp modSp new mod setBg">
        <pc:chgData name="Guest User" userId="" providerId="Windows Live" clId="Web-{AD913E6F-70B4-0A0B-DF59-A11BE7926D89}" dt="2026-08-19T06:25:04.249" v="237" actId="14100"/>
        <pc:sldMkLst>
          <pc:docMk/>
          <pc:sldMk cId="3390136184" sldId="274"/>
        </pc:sldMkLst>
        <pc:spChg chg="mod">
          <ac:chgData name="Guest User" userId="" providerId="Windows Live" clId="Web-{AD913E6F-70B4-0A0B-DF59-A11BE7926D89}" dt="2026-08-19T06:25:04.249" v="237" actId="14100"/>
          <ac:spMkLst>
            <pc:docMk/>
            <pc:sldMk cId="3390136184" sldId="274"/>
            <ac:spMk id="2" creationId="{87FFBB52-315B-DABA-2818-5950BE249B75}"/>
          </ac:spMkLst>
        </pc:spChg>
        <pc:spChg chg="mod">
          <ac:chgData name="Guest User" userId="" providerId="Windows Live" clId="Web-{AD913E6F-70B4-0A0B-DF59-A11BE7926D89}" dt="2026-08-19T06:09:39.834" v="180"/>
          <ac:spMkLst>
            <pc:docMk/>
            <pc:sldMk cId="3390136184" sldId="274"/>
            <ac:spMk id="3" creationId="{EC64654E-5840-F32F-B34A-36C6768B5C08}"/>
          </ac:spMkLst>
        </pc:spChg>
        <pc:spChg chg="add">
          <ac:chgData name="Guest User" userId="" providerId="Windows Live" clId="Web-{AD913E6F-70B4-0A0B-DF59-A11BE7926D89}" dt="2026-08-19T06:09:39.834" v="181"/>
          <ac:spMkLst>
            <pc:docMk/>
            <pc:sldMk cId="3390136184" sldId="274"/>
            <ac:spMk id="30" creationId="{45D37F4E-DDB4-456B-97E0-9937730A039F}"/>
          </ac:spMkLst>
        </pc:spChg>
        <pc:spChg chg="add">
          <ac:chgData name="Guest User" userId="" providerId="Windows Live" clId="Web-{AD913E6F-70B4-0A0B-DF59-A11BE7926D89}" dt="2026-08-19T06:09:39.834" v="181"/>
          <ac:spMkLst>
            <pc:docMk/>
            <pc:sldMk cId="3390136184" sldId="274"/>
            <ac:spMk id="31" creationId="{B2DD41CD-8F47-4F56-AD12-4E2FF7696987}"/>
          </ac:spMkLst>
        </pc:spChg>
        <pc:picChg chg="add mod">
          <ac:chgData name="Guest User" userId="" providerId="Windows Live" clId="Web-{AD913E6F-70B4-0A0B-DF59-A11BE7926D89}" dt="2026-08-19T06:24:54.561" v="236" actId="14100"/>
          <ac:picMkLst>
            <pc:docMk/>
            <pc:sldMk cId="3390136184" sldId="274"/>
            <ac:picMk id="5" creationId="{A5EEF8B9-7F43-E238-8C31-3417B343F6DD}"/>
          </ac:picMkLst>
        </pc:picChg>
        <pc:picChg chg="add">
          <ac:chgData name="Guest User" userId="" providerId="Windows Live" clId="Web-{AD913E6F-70B4-0A0B-DF59-A11BE7926D89}" dt="2026-08-19T05:55:10.391" v="107"/>
          <ac:picMkLst>
            <pc:docMk/>
            <pc:sldMk cId="3390136184" sldId="274"/>
            <ac:picMk id="7" creationId="{1DCDE37A-F0E7-2A0D-0FE6-BBE178559CDE}"/>
          </ac:picMkLst>
        </pc:picChg>
        <pc:picChg chg="add mod ord">
          <ac:chgData name="Guest User" userId="" providerId="Windows Live" clId="Web-{AD913E6F-70B4-0A0B-DF59-A11BE7926D89}" dt="2026-08-19T06:10:59.525" v="188" actId="1076"/>
          <ac:picMkLst>
            <pc:docMk/>
            <pc:sldMk cId="3390136184" sldId="274"/>
            <ac:picMk id="8" creationId="{142260FD-EF3B-B3E4-3BA3-96FD9F57DD29}"/>
          </ac:picMkLst>
        </pc:picChg>
      </pc:sldChg>
      <pc:sldChg chg="addSp delSp modSp new mod ord setBg">
        <pc:chgData name="Guest User" userId="" providerId="Windows Live" clId="Web-{AD913E6F-70B4-0A0B-DF59-A11BE7926D89}" dt="2026-08-19T06:21:36.006" v="226" actId="20577"/>
        <pc:sldMkLst>
          <pc:docMk/>
          <pc:sldMk cId="3526081313" sldId="275"/>
        </pc:sldMkLst>
        <pc:spChg chg="mod">
          <ac:chgData name="Guest User" userId="" providerId="Windows Live" clId="Web-{AD913E6F-70B4-0A0B-DF59-A11BE7926D89}" dt="2026-08-19T06:21:36.006" v="226" actId="20577"/>
          <ac:spMkLst>
            <pc:docMk/>
            <pc:sldMk cId="3526081313" sldId="275"/>
            <ac:spMk id="2" creationId="{FBC6175D-B559-26C9-5901-6B977A40B37E}"/>
          </ac:spMkLst>
        </pc:spChg>
        <pc:spChg chg="mod">
          <ac:chgData name="Guest User" userId="" providerId="Windows Live" clId="Web-{AD913E6F-70B4-0A0B-DF59-A11BE7926D89}" dt="2026-08-19T06:19:48.423" v="213"/>
          <ac:spMkLst>
            <pc:docMk/>
            <pc:sldMk cId="3526081313" sldId="275"/>
            <ac:spMk id="3" creationId="{A4736A16-4A06-B8B4-2FA5-969A388E22DD}"/>
          </ac:spMkLst>
        </pc:spChg>
        <pc:spChg chg="add">
          <ac:chgData name="Guest User" userId="" providerId="Windows Live" clId="Web-{AD913E6F-70B4-0A0B-DF59-A11BE7926D89}" dt="2026-08-19T06:19:48.423" v="213"/>
          <ac:spMkLst>
            <pc:docMk/>
            <pc:sldMk cId="3526081313" sldId="275"/>
            <ac:spMk id="17" creationId="{45D37F4E-DDB4-456B-97E0-9937730A039F}"/>
          </ac:spMkLst>
        </pc:spChg>
        <pc:spChg chg="add">
          <ac:chgData name="Guest User" userId="" providerId="Windows Live" clId="Web-{AD913E6F-70B4-0A0B-DF59-A11BE7926D89}" dt="2026-08-19T06:19:48.423" v="213"/>
          <ac:spMkLst>
            <pc:docMk/>
            <pc:sldMk cId="3526081313" sldId="275"/>
            <ac:spMk id="18" creationId="{B2DD41CD-8F47-4F56-AD12-4E2FF7696987}"/>
          </ac:spMkLst>
        </pc:spChg>
        <pc:picChg chg="add mod">
          <ac:chgData name="Guest User" userId="" providerId="Windows Live" clId="Web-{AD913E6F-70B4-0A0B-DF59-A11BE7926D89}" dt="2026-08-19T06:21:15.692" v="225" actId="1076"/>
          <ac:picMkLst>
            <pc:docMk/>
            <pc:sldMk cId="3526081313" sldId="275"/>
            <ac:picMk id="5" creationId="{01A07AAC-D064-7E09-9DA0-3D14933FA9FB}"/>
          </ac:picMkLst>
        </pc:picChg>
        <pc:picChg chg="add mod">
          <ac:chgData name="Guest User" userId="" providerId="Windows Live" clId="Web-{AD913E6F-70B4-0A0B-DF59-A11BE7926D89}" dt="2026-08-19T06:21:11.926" v="224" actId="14100"/>
          <ac:picMkLst>
            <pc:docMk/>
            <pc:sldMk cId="3526081313" sldId="275"/>
            <ac:picMk id="7" creationId="{3E52A131-ED1D-4B86-67F0-E66CE70D4E2E}"/>
          </ac:picMkLst>
        </pc:picChg>
        <pc:picChg chg="add mod ord">
          <ac:chgData name="Guest User" userId="" providerId="Windows Live" clId="Web-{AD913E6F-70B4-0A0B-DF59-A11BE7926D89}" dt="2026-08-19T06:19:48.423" v="213"/>
          <ac:picMkLst>
            <pc:docMk/>
            <pc:sldMk cId="3526081313" sldId="275"/>
            <ac:picMk id="8" creationId="{3BF51FA7-A464-557A-AA2E-9F30FE961086}"/>
          </ac:picMkLst>
        </pc:picChg>
      </pc:sldChg>
    </pc:docChg>
  </pc:docChgLst>
  <pc:docChgLst>
    <pc:chgData name="dharshana0111@outlook.com" userId="720e4fd37a76407e" providerId="LiveId" clId="{6E6573C8-086C-43BC-9A99-10AC8F651971}"/>
    <pc:docChg chg="undo custSel modSld">
      <pc:chgData name="dharshana0111@outlook.com" userId="720e4fd37a76407e" providerId="LiveId" clId="{6E6573C8-086C-43BC-9A99-10AC8F651971}" dt="2026-08-10T06:03:30.553" v="492" actId="123"/>
      <pc:docMkLst>
        <pc:docMk/>
      </pc:docMkLst>
      <pc:sldChg chg="modSp mod">
        <pc:chgData name="dharshana0111@outlook.com" userId="720e4fd37a76407e" providerId="LiveId" clId="{6E6573C8-086C-43BC-9A99-10AC8F651971}" dt="2026-08-10T05:59:58.015" v="441" actId="113"/>
        <pc:sldMkLst>
          <pc:docMk/>
          <pc:sldMk cId="0" sldId="256"/>
        </pc:sldMkLst>
        <pc:spChg chg="mod">
          <ac:chgData name="dharshana0111@outlook.com" userId="720e4fd37a76407e" providerId="LiveId" clId="{6E6573C8-086C-43BC-9A99-10AC8F651971}" dt="2026-08-10T05:59:58.015" v="441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dharshana0111@outlook.com" userId="720e4fd37a76407e" providerId="LiveId" clId="{6E6573C8-086C-43BC-9A99-10AC8F651971}" dt="2026-08-10T05:58:54.823" v="44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harshana0111@outlook.com" userId="720e4fd37a76407e" providerId="LiveId" clId="{6E6573C8-086C-43BC-9A99-10AC8F651971}" dt="2026-08-09T16:55:15.204" v="10" actId="123"/>
        <pc:sldMkLst>
          <pc:docMk/>
          <pc:sldMk cId="0" sldId="257"/>
        </pc:sldMkLst>
        <pc:spChg chg="mod">
          <ac:chgData name="dharshana0111@outlook.com" userId="720e4fd37a76407e" providerId="LiveId" clId="{6E6573C8-086C-43BC-9A99-10AC8F651971}" dt="2026-08-09T16:55:15.204" v="10" actId="12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dharshana0111@outlook.com" userId="720e4fd37a76407e" providerId="LiveId" clId="{6E6573C8-086C-43BC-9A99-10AC8F651971}" dt="2026-08-09T16:56:57.832" v="20" actId="2710"/>
        <pc:sldMkLst>
          <pc:docMk/>
          <pc:sldMk cId="0" sldId="258"/>
        </pc:sldMkLst>
        <pc:spChg chg="mod">
          <ac:chgData name="dharshana0111@outlook.com" userId="720e4fd37a76407e" providerId="LiveId" clId="{6E6573C8-086C-43BC-9A99-10AC8F651971}" dt="2026-08-09T16:56:57.832" v="20" actId="271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harshana0111@outlook.com" userId="720e4fd37a76407e" providerId="LiveId" clId="{6E6573C8-086C-43BC-9A99-10AC8F651971}" dt="2026-08-09T17:24:42.573" v="117" actId="12"/>
        <pc:sldMkLst>
          <pc:docMk/>
          <pc:sldMk cId="0" sldId="259"/>
        </pc:sldMkLst>
        <pc:spChg chg="mod">
          <ac:chgData name="dharshana0111@outlook.com" userId="720e4fd37a76407e" providerId="LiveId" clId="{6E6573C8-086C-43BC-9A99-10AC8F651971}" dt="2026-08-09T17:24:42.573" v="117" actId="12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dharshana0111@outlook.com" userId="720e4fd37a76407e" providerId="LiveId" clId="{6E6573C8-086C-43BC-9A99-10AC8F651971}" dt="2026-08-09T17:10:46.692" v="68"/>
        <pc:sldMkLst>
          <pc:docMk/>
          <pc:sldMk cId="0" sldId="261"/>
        </pc:sldMkLst>
      </pc:sldChg>
      <pc:sldChg chg="modSp mod">
        <pc:chgData name="dharshana0111@outlook.com" userId="720e4fd37a76407e" providerId="LiveId" clId="{6E6573C8-086C-43BC-9A99-10AC8F651971}" dt="2026-08-09T17:27:07.965" v="135" actId="1076"/>
        <pc:sldMkLst>
          <pc:docMk/>
          <pc:sldMk cId="0" sldId="265"/>
        </pc:sldMkLst>
      </pc:sldChg>
      <pc:sldChg chg="modSp mod">
        <pc:chgData name="dharshana0111@outlook.com" userId="720e4fd37a76407e" providerId="LiveId" clId="{6E6573C8-086C-43BC-9A99-10AC8F651971}" dt="2026-08-09T17:27:23.901" v="136" actId="2710"/>
        <pc:sldMkLst>
          <pc:docMk/>
          <pc:sldMk cId="0" sldId="266"/>
        </pc:sldMkLst>
        <pc:spChg chg="mod">
          <ac:chgData name="dharshana0111@outlook.com" userId="720e4fd37a76407e" providerId="LiveId" clId="{6E6573C8-086C-43BC-9A99-10AC8F651971}" dt="2026-08-09T17:27:23.901" v="136" actId="2710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dharshana0111@outlook.com" userId="720e4fd37a76407e" providerId="LiveId" clId="{6E6573C8-086C-43BC-9A99-10AC8F651971}" dt="2026-08-10T06:03:30.553" v="492" actId="123"/>
        <pc:sldMkLst>
          <pc:docMk/>
          <pc:sldMk cId="0" sldId="267"/>
        </pc:sldMkLst>
        <pc:spChg chg="mod">
          <ac:chgData name="dharshana0111@outlook.com" userId="720e4fd37a76407e" providerId="LiveId" clId="{6E6573C8-086C-43BC-9A99-10AC8F651971}" dt="2026-08-10T06:03:30.553" v="492" actId="123"/>
          <ac:spMkLst>
            <pc:docMk/>
            <pc:sldMk cId="0" sldId="267"/>
            <ac:spMk id="3" creationId="{00000000-0000-0000-0000-000000000000}"/>
          </ac:spMkLst>
        </pc:spChg>
      </pc:sldChg>
      <pc:sldChg chg="delSp modSp mod">
        <pc:chgData name="dharshana0111@outlook.com" userId="720e4fd37a76407e" providerId="LiveId" clId="{6E6573C8-086C-43BC-9A99-10AC8F651971}" dt="2026-08-09T17:27:59.580" v="145" actId="1076"/>
        <pc:sldMkLst>
          <pc:docMk/>
          <pc:sldMk cId="0" sldId="26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1B455D-FA85-47B3-A407-84FD37860456}" type="doc">
      <dgm:prSet loTypeId="urn:microsoft.com/office/officeart/2005/8/layout/default" loCatId="list" qsTypeId="urn:microsoft.com/office/officeart/2005/8/quickstyle/simple4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CA326D6-FD19-4B8F-AF9B-0E0F3AE056B0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with existing college management systems.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AC5B5D-90E5-4504-9E6B-F5A6586F619E}" type="parTrans" cxnId="{BE843243-48B8-40E3-ABB2-27BD610333D8}">
      <dgm:prSet/>
      <dgm:spPr/>
      <dgm:t>
        <a:bodyPr/>
        <a:lstStyle/>
        <a:p>
          <a:endParaRPr lang="en-US"/>
        </a:p>
      </dgm:t>
    </dgm:pt>
    <dgm:pt modelId="{18961DBD-3477-4280-A1EC-DE649602566E}" type="sibTrans" cxnId="{BE843243-48B8-40E3-ABB2-27BD610333D8}">
      <dgm:prSet/>
      <dgm:spPr/>
      <dgm:t>
        <a:bodyPr/>
        <a:lstStyle/>
        <a:p>
          <a:endParaRPr lang="en-US"/>
        </a:p>
      </dgm:t>
    </dgm:pt>
    <dgm:pt modelId="{5AEC1BEE-5970-4FE8-8A88-83E493E0D043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import of faculty and subject data.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2ACB9F-3DD0-4690-AE88-74C311758E15}" type="parTrans" cxnId="{536119C4-511D-4ED5-8566-D7A0F2F8A7E7}">
      <dgm:prSet/>
      <dgm:spPr/>
      <dgm:t>
        <a:bodyPr/>
        <a:lstStyle/>
        <a:p>
          <a:endParaRPr lang="en-US"/>
        </a:p>
      </dgm:t>
    </dgm:pt>
    <dgm:pt modelId="{31F04CE8-1052-4F96-9BF6-B12AFFAC9224}" type="sibTrans" cxnId="{536119C4-511D-4ED5-8566-D7A0F2F8A7E7}">
      <dgm:prSet/>
      <dgm:spPr/>
      <dgm:t>
        <a:bodyPr/>
        <a:lstStyle/>
        <a:p>
          <a:endParaRPr lang="en-US"/>
        </a:p>
      </dgm:t>
    </dgm:pt>
    <dgm:pt modelId="{5FA9C182-A56D-4A90-B9A0-FDBF80F6630A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AI-based preference learning.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C17B36-695B-43CD-9F68-E8572F2D7B3B}" type="parTrans" cxnId="{1E6C94DC-633E-4EEC-B333-D4679B7786C8}">
      <dgm:prSet/>
      <dgm:spPr/>
      <dgm:t>
        <a:bodyPr/>
        <a:lstStyle/>
        <a:p>
          <a:endParaRPr lang="en-US"/>
        </a:p>
      </dgm:t>
    </dgm:pt>
    <dgm:pt modelId="{53B2EAEF-28E8-4619-807C-F1B6CEE0D77A}" type="sibTrans" cxnId="{1E6C94DC-633E-4EEC-B333-D4679B7786C8}">
      <dgm:prSet/>
      <dgm:spPr/>
      <dgm:t>
        <a:bodyPr/>
        <a:lstStyle/>
        <a:p>
          <a:endParaRPr lang="en-US"/>
        </a:p>
      </dgm:t>
    </dgm:pt>
    <dgm:pt modelId="{C994A083-931A-44AE-A7DB-F93FD5ADA20F}">
      <dgm:prSet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Advanced optimization of faculty workload.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1A9088-4511-4617-8F7D-97B12235B2B8}" type="parTrans" cxnId="{26CD9AC6-3619-4A0B-9FDF-77FB0E7740E0}">
      <dgm:prSet/>
      <dgm:spPr/>
      <dgm:t>
        <a:bodyPr/>
        <a:lstStyle/>
        <a:p>
          <a:endParaRPr lang="en-US"/>
        </a:p>
      </dgm:t>
    </dgm:pt>
    <dgm:pt modelId="{22094596-2533-4709-B1EC-BDC6A9D1D6E6}" type="sibTrans" cxnId="{26CD9AC6-3619-4A0B-9FDF-77FB0E7740E0}">
      <dgm:prSet/>
      <dgm:spPr/>
      <dgm:t>
        <a:bodyPr/>
        <a:lstStyle/>
        <a:p>
          <a:endParaRPr lang="en-US"/>
        </a:p>
      </dgm:t>
    </dgm:pt>
    <dgm:pt modelId="{D5210135-84F5-44B8-BC34-2D91E5509B4E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examination timetable generation.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6A7D59-83DC-4E65-98D3-EEB6EEEBF9A4}" type="parTrans" cxnId="{1DABA14E-DB46-4511-9C5F-62E089584D40}">
      <dgm:prSet/>
      <dgm:spPr/>
      <dgm:t>
        <a:bodyPr/>
        <a:lstStyle/>
        <a:p>
          <a:endParaRPr lang="en-US"/>
        </a:p>
      </dgm:t>
    </dgm:pt>
    <dgm:pt modelId="{183071BB-87C7-48A3-8DF0-B35E53DBC1D9}" type="sibTrans" cxnId="{1DABA14E-DB46-4511-9C5F-62E089584D40}">
      <dgm:prSet/>
      <dgm:spPr/>
      <dgm:t>
        <a:bodyPr/>
        <a:lstStyle/>
        <a:p>
          <a:endParaRPr lang="en-US"/>
        </a:p>
      </dgm:t>
    </dgm:pt>
    <dgm:pt modelId="{35EDADC1-E81C-476C-9B3A-C3BD9F157B46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Cloud-based deployment.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3323BD-3640-4819-AAEB-0C74B0B13761}" type="parTrans" cxnId="{667A464C-AB65-4159-9EB9-5FEFA0C741D7}">
      <dgm:prSet/>
      <dgm:spPr/>
      <dgm:t>
        <a:bodyPr/>
        <a:lstStyle/>
        <a:p>
          <a:endParaRPr lang="en-US"/>
        </a:p>
      </dgm:t>
    </dgm:pt>
    <dgm:pt modelId="{3B53328A-B02A-47AD-B993-822F69C9A930}" type="sibTrans" cxnId="{667A464C-AB65-4159-9EB9-5FEFA0C741D7}">
      <dgm:prSet/>
      <dgm:spPr/>
      <dgm:t>
        <a:bodyPr/>
        <a:lstStyle/>
        <a:p>
          <a:endParaRPr lang="en-US"/>
        </a:p>
      </dgm:t>
    </dgm:pt>
    <dgm:pt modelId="{2BB658F0-48AF-4C60-B509-B37888C9FF72}">
      <dgm:prSet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Mobile application. 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09628F-9929-4A0D-A283-98C55205DBE3}" type="parTrans" cxnId="{D2B87490-D789-4D78-9474-554D0B373D51}">
      <dgm:prSet/>
      <dgm:spPr/>
      <dgm:t>
        <a:bodyPr/>
        <a:lstStyle/>
        <a:p>
          <a:endParaRPr lang="en-US"/>
        </a:p>
      </dgm:t>
    </dgm:pt>
    <dgm:pt modelId="{02E05557-8456-4B4A-8B0C-DE7BD09B393C}" type="sibTrans" cxnId="{D2B87490-D789-4D78-9474-554D0B373D51}">
      <dgm:prSet/>
      <dgm:spPr/>
      <dgm:t>
        <a:bodyPr/>
        <a:lstStyle/>
        <a:p>
          <a:endParaRPr lang="en-US"/>
        </a:p>
      </dgm:t>
    </dgm:pt>
    <dgm:pt modelId="{D9C90720-5E01-42CE-988D-46BEAB465BF8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Notification system for timetable changes. 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6DCA27-C9DE-4EAA-9398-F781EA22D264}" type="parTrans" cxnId="{9BBD9351-6BC8-4BC4-9375-82E580F3DA5C}">
      <dgm:prSet/>
      <dgm:spPr/>
      <dgm:t>
        <a:bodyPr/>
        <a:lstStyle/>
        <a:p>
          <a:endParaRPr lang="en-US"/>
        </a:p>
      </dgm:t>
    </dgm:pt>
    <dgm:pt modelId="{14CB67D2-CC84-476E-A9EB-8D547CBF025F}" type="sibTrans" cxnId="{9BBD9351-6BC8-4BC4-9375-82E580F3DA5C}">
      <dgm:prSet/>
      <dgm:spPr/>
      <dgm:t>
        <a:bodyPr/>
        <a:lstStyle/>
        <a:p>
          <a:endParaRPr lang="en-US"/>
        </a:p>
      </dgm:t>
    </dgm:pt>
    <dgm:pt modelId="{87FF6825-E308-4F30-920C-D573FACDFB7E}">
      <dgm:prSet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timetable modifica</a:t>
          </a:r>
          <a:r>
            <a:rPr lang="en-IN" sz="2000" dirty="0"/>
            <a:t>tion. </a:t>
          </a:r>
          <a:endParaRPr lang="en-US" sz="2000" dirty="0"/>
        </a:p>
      </dgm:t>
    </dgm:pt>
    <dgm:pt modelId="{FBC65B5A-5710-4AA0-AA87-5D0D904F3941}" type="parTrans" cxnId="{9A5246BF-D14D-4AB4-85CB-E06C6760D0C9}">
      <dgm:prSet/>
      <dgm:spPr/>
      <dgm:t>
        <a:bodyPr/>
        <a:lstStyle/>
        <a:p>
          <a:endParaRPr lang="en-US"/>
        </a:p>
      </dgm:t>
    </dgm:pt>
    <dgm:pt modelId="{E4FAE834-0E65-4B86-BB1E-DB84F73CAB45}" type="sibTrans" cxnId="{9A5246BF-D14D-4AB4-85CB-E06C6760D0C9}">
      <dgm:prSet/>
      <dgm:spPr/>
      <dgm:t>
        <a:bodyPr/>
        <a:lstStyle/>
        <a:p>
          <a:endParaRPr lang="en-US"/>
        </a:p>
      </dgm:t>
    </dgm:pt>
    <dgm:pt modelId="{DCB932E7-119B-446B-A859-BB203965FEC4}" type="pres">
      <dgm:prSet presAssocID="{081B455D-FA85-47B3-A407-84FD37860456}" presName="diagram" presStyleCnt="0">
        <dgm:presLayoutVars>
          <dgm:dir/>
          <dgm:resizeHandles val="exact"/>
        </dgm:presLayoutVars>
      </dgm:prSet>
      <dgm:spPr/>
    </dgm:pt>
    <dgm:pt modelId="{2764B9C4-300F-44B2-8BAE-A9FA712F426F}" type="pres">
      <dgm:prSet presAssocID="{2CA326D6-FD19-4B8F-AF9B-0E0F3AE056B0}" presName="node" presStyleLbl="node1" presStyleIdx="0" presStyleCnt="9">
        <dgm:presLayoutVars>
          <dgm:bulletEnabled val="1"/>
        </dgm:presLayoutVars>
      </dgm:prSet>
      <dgm:spPr/>
    </dgm:pt>
    <dgm:pt modelId="{1FAB4399-34F0-42DC-9666-8C571FCB9433}" type="pres">
      <dgm:prSet presAssocID="{18961DBD-3477-4280-A1EC-DE649602566E}" presName="sibTrans" presStyleCnt="0"/>
      <dgm:spPr/>
    </dgm:pt>
    <dgm:pt modelId="{D2BA8666-6FC8-4B6F-B424-9E99CF768EF0}" type="pres">
      <dgm:prSet presAssocID="{5AEC1BEE-5970-4FE8-8A88-83E493E0D043}" presName="node" presStyleLbl="node1" presStyleIdx="1" presStyleCnt="9">
        <dgm:presLayoutVars>
          <dgm:bulletEnabled val="1"/>
        </dgm:presLayoutVars>
      </dgm:prSet>
      <dgm:spPr/>
    </dgm:pt>
    <dgm:pt modelId="{8A779451-0CEB-4F20-86FD-E4A86E991596}" type="pres">
      <dgm:prSet presAssocID="{31F04CE8-1052-4F96-9BF6-B12AFFAC9224}" presName="sibTrans" presStyleCnt="0"/>
      <dgm:spPr/>
    </dgm:pt>
    <dgm:pt modelId="{CEF5376A-18D7-4CF9-A6B4-F7BC39F57678}" type="pres">
      <dgm:prSet presAssocID="{5FA9C182-A56D-4A90-B9A0-FDBF80F6630A}" presName="node" presStyleLbl="node1" presStyleIdx="2" presStyleCnt="9">
        <dgm:presLayoutVars>
          <dgm:bulletEnabled val="1"/>
        </dgm:presLayoutVars>
      </dgm:prSet>
      <dgm:spPr/>
    </dgm:pt>
    <dgm:pt modelId="{3F95C33D-11C4-42A8-9EF3-85DF7CABCE7F}" type="pres">
      <dgm:prSet presAssocID="{53B2EAEF-28E8-4619-807C-F1B6CEE0D77A}" presName="sibTrans" presStyleCnt="0"/>
      <dgm:spPr/>
    </dgm:pt>
    <dgm:pt modelId="{B03CED2F-33E8-41B6-97FF-C973662938D7}" type="pres">
      <dgm:prSet presAssocID="{C994A083-931A-44AE-A7DB-F93FD5ADA20F}" presName="node" presStyleLbl="node1" presStyleIdx="3" presStyleCnt="9">
        <dgm:presLayoutVars>
          <dgm:bulletEnabled val="1"/>
        </dgm:presLayoutVars>
      </dgm:prSet>
      <dgm:spPr/>
    </dgm:pt>
    <dgm:pt modelId="{567ACD8D-590B-4F42-A5FA-08DF5851D1DA}" type="pres">
      <dgm:prSet presAssocID="{22094596-2533-4709-B1EC-BDC6A9D1D6E6}" presName="sibTrans" presStyleCnt="0"/>
      <dgm:spPr/>
    </dgm:pt>
    <dgm:pt modelId="{8C6B4C86-F3FD-4B20-8CB2-D9018E60CCBB}" type="pres">
      <dgm:prSet presAssocID="{D5210135-84F5-44B8-BC34-2D91E5509B4E}" presName="node" presStyleLbl="node1" presStyleIdx="4" presStyleCnt="9">
        <dgm:presLayoutVars>
          <dgm:bulletEnabled val="1"/>
        </dgm:presLayoutVars>
      </dgm:prSet>
      <dgm:spPr/>
    </dgm:pt>
    <dgm:pt modelId="{8235D6B4-ED69-4AC2-B0EE-CDA6CEE557B1}" type="pres">
      <dgm:prSet presAssocID="{183071BB-87C7-48A3-8DF0-B35E53DBC1D9}" presName="sibTrans" presStyleCnt="0"/>
      <dgm:spPr/>
    </dgm:pt>
    <dgm:pt modelId="{427E5A72-6603-4826-A3F0-5B0D472931C7}" type="pres">
      <dgm:prSet presAssocID="{35EDADC1-E81C-476C-9B3A-C3BD9F157B46}" presName="node" presStyleLbl="node1" presStyleIdx="5" presStyleCnt="9">
        <dgm:presLayoutVars>
          <dgm:bulletEnabled val="1"/>
        </dgm:presLayoutVars>
      </dgm:prSet>
      <dgm:spPr/>
    </dgm:pt>
    <dgm:pt modelId="{49A0C911-8E8F-48AD-96E3-09826A95353C}" type="pres">
      <dgm:prSet presAssocID="{3B53328A-B02A-47AD-B993-822F69C9A930}" presName="sibTrans" presStyleCnt="0"/>
      <dgm:spPr/>
    </dgm:pt>
    <dgm:pt modelId="{9C8D0C64-3539-42E3-991A-C5B79F499EB3}" type="pres">
      <dgm:prSet presAssocID="{2BB658F0-48AF-4C60-B509-B37888C9FF72}" presName="node" presStyleLbl="node1" presStyleIdx="6" presStyleCnt="9">
        <dgm:presLayoutVars>
          <dgm:bulletEnabled val="1"/>
        </dgm:presLayoutVars>
      </dgm:prSet>
      <dgm:spPr/>
    </dgm:pt>
    <dgm:pt modelId="{E246E4C3-3F5A-47FF-8C27-7D232539BBB1}" type="pres">
      <dgm:prSet presAssocID="{02E05557-8456-4B4A-8B0C-DE7BD09B393C}" presName="sibTrans" presStyleCnt="0"/>
      <dgm:spPr/>
    </dgm:pt>
    <dgm:pt modelId="{857E0263-8D7C-4677-8C40-4CF21E0E737D}" type="pres">
      <dgm:prSet presAssocID="{D9C90720-5E01-42CE-988D-46BEAB465BF8}" presName="node" presStyleLbl="node1" presStyleIdx="7" presStyleCnt="9">
        <dgm:presLayoutVars>
          <dgm:bulletEnabled val="1"/>
        </dgm:presLayoutVars>
      </dgm:prSet>
      <dgm:spPr/>
    </dgm:pt>
    <dgm:pt modelId="{04F5B308-456C-4436-B61E-33D98B07EA4C}" type="pres">
      <dgm:prSet presAssocID="{14CB67D2-CC84-476E-A9EB-8D547CBF025F}" presName="sibTrans" presStyleCnt="0"/>
      <dgm:spPr/>
    </dgm:pt>
    <dgm:pt modelId="{B578EF28-829D-4A2E-8F8F-63D8F11EC7AE}" type="pres">
      <dgm:prSet presAssocID="{87FF6825-E308-4F30-920C-D573FACDFB7E}" presName="node" presStyleLbl="node1" presStyleIdx="8" presStyleCnt="9">
        <dgm:presLayoutVars>
          <dgm:bulletEnabled val="1"/>
        </dgm:presLayoutVars>
      </dgm:prSet>
      <dgm:spPr/>
    </dgm:pt>
  </dgm:ptLst>
  <dgm:cxnLst>
    <dgm:cxn modelId="{9BB49604-9EAE-46A0-9651-87BCEFC89961}" type="presOf" srcId="{081B455D-FA85-47B3-A407-84FD37860456}" destId="{DCB932E7-119B-446B-A859-BB203965FEC4}" srcOrd="0" destOrd="0" presId="urn:microsoft.com/office/officeart/2005/8/layout/default"/>
    <dgm:cxn modelId="{58D6B62E-ABFB-4797-BD58-AA72947CBC31}" type="presOf" srcId="{5AEC1BEE-5970-4FE8-8A88-83E493E0D043}" destId="{D2BA8666-6FC8-4B6F-B424-9E99CF768EF0}" srcOrd="0" destOrd="0" presId="urn:microsoft.com/office/officeart/2005/8/layout/default"/>
    <dgm:cxn modelId="{7C93933E-8519-450A-9355-28F6C99E50F1}" type="presOf" srcId="{C994A083-931A-44AE-A7DB-F93FD5ADA20F}" destId="{B03CED2F-33E8-41B6-97FF-C973662938D7}" srcOrd="0" destOrd="0" presId="urn:microsoft.com/office/officeart/2005/8/layout/default"/>
    <dgm:cxn modelId="{BE843243-48B8-40E3-ABB2-27BD610333D8}" srcId="{081B455D-FA85-47B3-A407-84FD37860456}" destId="{2CA326D6-FD19-4B8F-AF9B-0E0F3AE056B0}" srcOrd="0" destOrd="0" parTransId="{1FAC5B5D-90E5-4504-9E6B-F5A6586F619E}" sibTransId="{18961DBD-3477-4280-A1EC-DE649602566E}"/>
    <dgm:cxn modelId="{0A18F247-8C90-4E16-904B-498B5BE1825E}" type="presOf" srcId="{35EDADC1-E81C-476C-9B3A-C3BD9F157B46}" destId="{427E5A72-6603-4826-A3F0-5B0D472931C7}" srcOrd="0" destOrd="0" presId="urn:microsoft.com/office/officeart/2005/8/layout/default"/>
    <dgm:cxn modelId="{86229A6B-374A-4806-9EF9-95954E3B47A0}" type="presOf" srcId="{D5210135-84F5-44B8-BC34-2D91E5509B4E}" destId="{8C6B4C86-F3FD-4B20-8CB2-D9018E60CCBB}" srcOrd="0" destOrd="0" presId="urn:microsoft.com/office/officeart/2005/8/layout/default"/>
    <dgm:cxn modelId="{667A464C-AB65-4159-9EB9-5FEFA0C741D7}" srcId="{081B455D-FA85-47B3-A407-84FD37860456}" destId="{35EDADC1-E81C-476C-9B3A-C3BD9F157B46}" srcOrd="5" destOrd="0" parTransId="{B03323BD-3640-4819-AAEB-0C74B0B13761}" sibTransId="{3B53328A-B02A-47AD-B993-822F69C9A930}"/>
    <dgm:cxn modelId="{1DABA14E-DB46-4511-9C5F-62E089584D40}" srcId="{081B455D-FA85-47B3-A407-84FD37860456}" destId="{D5210135-84F5-44B8-BC34-2D91E5509B4E}" srcOrd="4" destOrd="0" parTransId="{B36A7D59-83DC-4E65-98D3-EEB6EEEBF9A4}" sibTransId="{183071BB-87C7-48A3-8DF0-B35E53DBC1D9}"/>
    <dgm:cxn modelId="{B9614A4F-5DDB-4432-9399-8F7D6E1A6406}" type="presOf" srcId="{5FA9C182-A56D-4A90-B9A0-FDBF80F6630A}" destId="{CEF5376A-18D7-4CF9-A6B4-F7BC39F57678}" srcOrd="0" destOrd="0" presId="urn:microsoft.com/office/officeart/2005/8/layout/default"/>
    <dgm:cxn modelId="{9BBD9351-6BC8-4BC4-9375-82E580F3DA5C}" srcId="{081B455D-FA85-47B3-A407-84FD37860456}" destId="{D9C90720-5E01-42CE-988D-46BEAB465BF8}" srcOrd="7" destOrd="0" parTransId="{A16DCA27-C9DE-4EAA-9398-F781EA22D264}" sibTransId="{14CB67D2-CC84-476E-A9EB-8D547CBF025F}"/>
    <dgm:cxn modelId="{7FDF3772-EFBA-4618-93E9-5D3A4917749E}" type="presOf" srcId="{87FF6825-E308-4F30-920C-D573FACDFB7E}" destId="{B578EF28-829D-4A2E-8F8F-63D8F11EC7AE}" srcOrd="0" destOrd="0" presId="urn:microsoft.com/office/officeart/2005/8/layout/default"/>
    <dgm:cxn modelId="{D2B87490-D789-4D78-9474-554D0B373D51}" srcId="{081B455D-FA85-47B3-A407-84FD37860456}" destId="{2BB658F0-48AF-4C60-B509-B37888C9FF72}" srcOrd="6" destOrd="0" parTransId="{EA09628F-9929-4A0D-A283-98C55205DBE3}" sibTransId="{02E05557-8456-4B4A-8B0C-DE7BD09B393C}"/>
    <dgm:cxn modelId="{9A5246BF-D14D-4AB4-85CB-E06C6760D0C9}" srcId="{081B455D-FA85-47B3-A407-84FD37860456}" destId="{87FF6825-E308-4F30-920C-D573FACDFB7E}" srcOrd="8" destOrd="0" parTransId="{FBC65B5A-5710-4AA0-AA87-5D0D904F3941}" sibTransId="{E4FAE834-0E65-4B86-BB1E-DB84F73CAB45}"/>
    <dgm:cxn modelId="{536119C4-511D-4ED5-8566-D7A0F2F8A7E7}" srcId="{081B455D-FA85-47B3-A407-84FD37860456}" destId="{5AEC1BEE-5970-4FE8-8A88-83E493E0D043}" srcOrd="1" destOrd="0" parTransId="{662ACB9F-3DD0-4690-AE88-74C311758E15}" sibTransId="{31F04CE8-1052-4F96-9BF6-B12AFFAC9224}"/>
    <dgm:cxn modelId="{26CD9AC6-3619-4A0B-9FDF-77FB0E7740E0}" srcId="{081B455D-FA85-47B3-A407-84FD37860456}" destId="{C994A083-931A-44AE-A7DB-F93FD5ADA20F}" srcOrd="3" destOrd="0" parTransId="{BE1A9088-4511-4617-8F7D-97B12235B2B8}" sibTransId="{22094596-2533-4709-B1EC-BDC6A9D1D6E6}"/>
    <dgm:cxn modelId="{AECAC8CA-0852-40C7-996E-5DE3554F1E42}" type="presOf" srcId="{2CA326D6-FD19-4B8F-AF9B-0E0F3AE056B0}" destId="{2764B9C4-300F-44B2-8BAE-A9FA712F426F}" srcOrd="0" destOrd="0" presId="urn:microsoft.com/office/officeart/2005/8/layout/default"/>
    <dgm:cxn modelId="{1E6C94DC-633E-4EEC-B333-D4679B7786C8}" srcId="{081B455D-FA85-47B3-A407-84FD37860456}" destId="{5FA9C182-A56D-4A90-B9A0-FDBF80F6630A}" srcOrd="2" destOrd="0" parTransId="{6CC17B36-695B-43CD-9F68-E8572F2D7B3B}" sibTransId="{53B2EAEF-28E8-4619-807C-F1B6CEE0D77A}"/>
    <dgm:cxn modelId="{7046EAEE-7554-4356-A39E-435C4319FCFB}" type="presOf" srcId="{D9C90720-5E01-42CE-988D-46BEAB465BF8}" destId="{857E0263-8D7C-4677-8C40-4CF21E0E737D}" srcOrd="0" destOrd="0" presId="urn:microsoft.com/office/officeart/2005/8/layout/default"/>
    <dgm:cxn modelId="{85C244FB-ED42-4CD0-9ED4-8C4298F4E2B6}" type="presOf" srcId="{2BB658F0-48AF-4C60-B509-B37888C9FF72}" destId="{9C8D0C64-3539-42E3-991A-C5B79F499EB3}" srcOrd="0" destOrd="0" presId="urn:microsoft.com/office/officeart/2005/8/layout/default"/>
    <dgm:cxn modelId="{866111FF-39E1-44EF-9590-C2D6D7106819}" type="presParOf" srcId="{DCB932E7-119B-446B-A859-BB203965FEC4}" destId="{2764B9C4-300F-44B2-8BAE-A9FA712F426F}" srcOrd="0" destOrd="0" presId="urn:microsoft.com/office/officeart/2005/8/layout/default"/>
    <dgm:cxn modelId="{9C633540-79C0-403E-BACB-8AE641146E0A}" type="presParOf" srcId="{DCB932E7-119B-446B-A859-BB203965FEC4}" destId="{1FAB4399-34F0-42DC-9666-8C571FCB9433}" srcOrd="1" destOrd="0" presId="urn:microsoft.com/office/officeart/2005/8/layout/default"/>
    <dgm:cxn modelId="{CDBD542E-7592-48B4-ACEB-EC2B33B020F5}" type="presParOf" srcId="{DCB932E7-119B-446B-A859-BB203965FEC4}" destId="{D2BA8666-6FC8-4B6F-B424-9E99CF768EF0}" srcOrd="2" destOrd="0" presId="urn:microsoft.com/office/officeart/2005/8/layout/default"/>
    <dgm:cxn modelId="{80847A78-91D2-4DBB-A0B4-E6757CB534DB}" type="presParOf" srcId="{DCB932E7-119B-446B-A859-BB203965FEC4}" destId="{8A779451-0CEB-4F20-86FD-E4A86E991596}" srcOrd="3" destOrd="0" presId="urn:microsoft.com/office/officeart/2005/8/layout/default"/>
    <dgm:cxn modelId="{4BE46DAC-6016-4E32-9D71-5BAB89A9CC51}" type="presParOf" srcId="{DCB932E7-119B-446B-A859-BB203965FEC4}" destId="{CEF5376A-18D7-4CF9-A6B4-F7BC39F57678}" srcOrd="4" destOrd="0" presId="urn:microsoft.com/office/officeart/2005/8/layout/default"/>
    <dgm:cxn modelId="{299BC4D2-45B9-48D0-B847-2AA995CE9858}" type="presParOf" srcId="{DCB932E7-119B-446B-A859-BB203965FEC4}" destId="{3F95C33D-11C4-42A8-9EF3-85DF7CABCE7F}" srcOrd="5" destOrd="0" presId="urn:microsoft.com/office/officeart/2005/8/layout/default"/>
    <dgm:cxn modelId="{306AED43-AA17-4296-B13C-83027D648FDB}" type="presParOf" srcId="{DCB932E7-119B-446B-A859-BB203965FEC4}" destId="{B03CED2F-33E8-41B6-97FF-C973662938D7}" srcOrd="6" destOrd="0" presId="urn:microsoft.com/office/officeart/2005/8/layout/default"/>
    <dgm:cxn modelId="{FFFD8A22-8360-4764-A37E-AE1ADDB5D390}" type="presParOf" srcId="{DCB932E7-119B-446B-A859-BB203965FEC4}" destId="{567ACD8D-590B-4F42-A5FA-08DF5851D1DA}" srcOrd="7" destOrd="0" presId="urn:microsoft.com/office/officeart/2005/8/layout/default"/>
    <dgm:cxn modelId="{C8F06BDB-8664-4716-A43D-BCD57DAF3DED}" type="presParOf" srcId="{DCB932E7-119B-446B-A859-BB203965FEC4}" destId="{8C6B4C86-F3FD-4B20-8CB2-D9018E60CCBB}" srcOrd="8" destOrd="0" presId="urn:microsoft.com/office/officeart/2005/8/layout/default"/>
    <dgm:cxn modelId="{2C085805-7492-43E1-B1E3-D825166E26AF}" type="presParOf" srcId="{DCB932E7-119B-446B-A859-BB203965FEC4}" destId="{8235D6B4-ED69-4AC2-B0EE-CDA6CEE557B1}" srcOrd="9" destOrd="0" presId="urn:microsoft.com/office/officeart/2005/8/layout/default"/>
    <dgm:cxn modelId="{F1C733F7-4462-4ED1-AB38-00ABA468BDD5}" type="presParOf" srcId="{DCB932E7-119B-446B-A859-BB203965FEC4}" destId="{427E5A72-6603-4826-A3F0-5B0D472931C7}" srcOrd="10" destOrd="0" presId="urn:microsoft.com/office/officeart/2005/8/layout/default"/>
    <dgm:cxn modelId="{D9A9993E-6D79-4767-A09E-8421A115DEB9}" type="presParOf" srcId="{DCB932E7-119B-446B-A859-BB203965FEC4}" destId="{49A0C911-8E8F-48AD-96E3-09826A95353C}" srcOrd="11" destOrd="0" presId="urn:microsoft.com/office/officeart/2005/8/layout/default"/>
    <dgm:cxn modelId="{1E7F0275-E26D-404A-A632-E9239707F697}" type="presParOf" srcId="{DCB932E7-119B-446B-A859-BB203965FEC4}" destId="{9C8D0C64-3539-42E3-991A-C5B79F499EB3}" srcOrd="12" destOrd="0" presId="urn:microsoft.com/office/officeart/2005/8/layout/default"/>
    <dgm:cxn modelId="{E6AB38CC-DE2A-492B-B350-83CA1C5E4EFF}" type="presParOf" srcId="{DCB932E7-119B-446B-A859-BB203965FEC4}" destId="{E246E4C3-3F5A-47FF-8C27-7D232539BBB1}" srcOrd="13" destOrd="0" presId="urn:microsoft.com/office/officeart/2005/8/layout/default"/>
    <dgm:cxn modelId="{99D12D9C-C7A0-48AA-AF2E-F6B6642D77D7}" type="presParOf" srcId="{DCB932E7-119B-446B-A859-BB203965FEC4}" destId="{857E0263-8D7C-4677-8C40-4CF21E0E737D}" srcOrd="14" destOrd="0" presId="urn:microsoft.com/office/officeart/2005/8/layout/default"/>
    <dgm:cxn modelId="{2D109FBF-56E3-4197-AA71-5E278458DF29}" type="presParOf" srcId="{DCB932E7-119B-446B-A859-BB203965FEC4}" destId="{04F5B308-456C-4436-B61E-33D98B07EA4C}" srcOrd="15" destOrd="0" presId="urn:microsoft.com/office/officeart/2005/8/layout/default"/>
    <dgm:cxn modelId="{63EF0D5A-6E74-45AE-BB56-FE48DA6B2562}" type="presParOf" srcId="{DCB932E7-119B-446B-A859-BB203965FEC4}" destId="{B578EF28-829D-4A2E-8F8F-63D8F11EC7AE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4B9C4-300F-44B2-8BAE-A9FA712F426F}">
      <dsp:nvSpPr>
        <dsp:cNvPr id="0" name=""/>
        <dsp:cNvSpPr/>
      </dsp:nvSpPr>
      <dsp:spPr>
        <a:xfrm>
          <a:off x="0" y="933554"/>
          <a:ext cx="2083385" cy="1250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 with existing college management systems.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33554"/>
        <a:ext cx="2083385" cy="1250031"/>
      </dsp:txXfrm>
    </dsp:sp>
    <dsp:sp modelId="{D2BA8666-6FC8-4B6F-B424-9E99CF768EF0}">
      <dsp:nvSpPr>
        <dsp:cNvPr id="0" name=""/>
        <dsp:cNvSpPr/>
      </dsp:nvSpPr>
      <dsp:spPr>
        <a:xfrm>
          <a:off x="2291723" y="933554"/>
          <a:ext cx="2083385" cy="12500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import of faculty and subject data.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91723" y="933554"/>
        <a:ext cx="2083385" cy="1250031"/>
      </dsp:txXfrm>
    </dsp:sp>
    <dsp:sp modelId="{CEF5376A-18D7-4CF9-A6B4-F7BC39F57678}">
      <dsp:nvSpPr>
        <dsp:cNvPr id="0" name=""/>
        <dsp:cNvSpPr/>
      </dsp:nvSpPr>
      <dsp:spPr>
        <a:xfrm>
          <a:off x="4583447" y="933554"/>
          <a:ext cx="2083385" cy="12500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AI-based preference learning.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83447" y="933554"/>
        <a:ext cx="2083385" cy="1250031"/>
      </dsp:txXfrm>
    </dsp:sp>
    <dsp:sp modelId="{B03CED2F-33E8-41B6-97FF-C973662938D7}">
      <dsp:nvSpPr>
        <dsp:cNvPr id="0" name=""/>
        <dsp:cNvSpPr/>
      </dsp:nvSpPr>
      <dsp:spPr>
        <a:xfrm>
          <a:off x="0" y="2391923"/>
          <a:ext cx="2083385" cy="12500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Advanced optimization of faculty workload.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91923"/>
        <a:ext cx="2083385" cy="1250031"/>
      </dsp:txXfrm>
    </dsp:sp>
    <dsp:sp modelId="{8C6B4C86-F3FD-4B20-8CB2-D9018E60CCBB}">
      <dsp:nvSpPr>
        <dsp:cNvPr id="0" name=""/>
        <dsp:cNvSpPr/>
      </dsp:nvSpPr>
      <dsp:spPr>
        <a:xfrm>
          <a:off x="2291723" y="2391923"/>
          <a:ext cx="2083385" cy="12500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Automatic examination timetable generation.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91723" y="2391923"/>
        <a:ext cx="2083385" cy="1250031"/>
      </dsp:txXfrm>
    </dsp:sp>
    <dsp:sp modelId="{427E5A72-6603-4826-A3F0-5B0D472931C7}">
      <dsp:nvSpPr>
        <dsp:cNvPr id="0" name=""/>
        <dsp:cNvSpPr/>
      </dsp:nvSpPr>
      <dsp:spPr>
        <a:xfrm>
          <a:off x="4583447" y="2391923"/>
          <a:ext cx="2083385" cy="1250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Cloud-based deployment.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83447" y="2391923"/>
        <a:ext cx="2083385" cy="1250031"/>
      </dsp:txXfrm>
    </dsp:sp>
    <dsp:sp modelId="{9C8D0C64-3539-42E3-991A-C5B79F499EB3}">
      <dsp:nvSpPr>
        <dsp:cNvPr id="0" name=""/>
        <dsp:cNvSpPr/>
      </dsp:nvSpPr>
      <dsp:spPr>
        <a:xfrm>
          <a:off x="0" y="3850293"/>
          <a:ext cx="2083385" cy="12500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Mobile application. 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850293"/>
        <a:ext cx="2083385" cy="1250031"/>
      </dsp:txXfrm>
    </dsp:sp>
    <dsp:sp modelId="{857E0263-8D7C-4677-8C40-4CF21E0E737D}">
      <dsp:nvSpPr>
        <dsp:cNvPr id="0" name=""/>
        <dsp:cNvSpPr/>
      </dsp:nvSpPr>
      <dsp:spPr>
        <a:xfrm>
          <a:off x="2291723" y="3850293"/>
          <a:ext cx="2083385" cy="12500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Notification system for timetable changes. 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91723" y="3850293"/>
        <a:ext cx="2083385" cy="1250031"/>
      </dsp:txXfrm>
    </dsp:sp>
    <dsp:sp modelId="{B578EF28-829D-4A2E-8F8F-63D8F11EC7AE}">
      <dsp:nvSpPr>
        <dsp:cNvPr id="0" name=""/>
        <dsp:cNvSpPr/>
      </dsp:nvSpPr>
      <dsp:spPr>
        <a:xfrm>
          <a:off x="4583447" y="3850293"/>
          <a:ext cx="2083385" cy="12500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timetable modifica</a:t>
          </a:r>
          <a:r>
            <a:rPr lang="en-IN" sz="2000" kern="1200" dirty="0"/>
            <a:t>tion. </a:t>
          </a:r>
          <a:endParaRPr lang="en-US" sz="2000" kern="1200" dirty="0"/>
        </a:p>
      </dsp:txBody>
      <dsp:txXfrm>
        <a:off x="4583447" y="3850293"/>
        <a:ext cx="2083385" cy="1250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580" y="1528065"/>
            <a:ext cx="539369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20040" y="1567543"/>
            <a:ext cx="12512039" cy="204414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AI-BASED CONSTRAIN SATISFACTION SOLVER FOR AUTOMATED TIMETABLE SCHEDULING</a:t>
            </a:r>
            <a:endParaRPr lang="en-IN" b="1" spc="-1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6272" y="3644726"/>
            <a:ext cx="6917039" cy="848950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CSA1709-Artificial Intelligence</a:t>
            </a:r>
            <a:endParaRPr lang="en-US" b="1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sz="27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endParaRPr sz="27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78993-E7B0-128F-FCC7-6EADE9008AC8}"/>
              </a:ext>
            </a:extLst>
          </p:cNvPr>
          <p:cNvSpPr txBox="1"/>
          <p:nvPr/>
        </p:nvSpPr>
        <p:spPr>
          <a:xfrm>
            <a:off x="6848856" y="4507992"/>
            <a:ext cx="5196674" cy="20492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lang="en-US" sz="27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Presented by: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T.S.Vidhushini</a:t>
            </a:r>
            <a:r>
              <a:rPr lang="en-US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IN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[192511061]</a:t>
            </a:r>
            <a:endParaRPr lang="en-US" sz="27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K.S.Dharshana</a:t>
            </a:r>
            <a:r>
              <a:rPr lang="en-US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[</a:t>
            </a:r>
            <a:r>
              <a:rPr lang="en-IN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192412015</a:t>
            </a:r>
            <a:r>
              <a:rPr lang="en-US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]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G.Kaviya</a:t>
            </a:r>
            <a:r>
              <a:rPr lang="en-IN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[192524281]</a:t>
            </a:r>
            <a:endParaRPr lang="en-US" sz="27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563D2-056C-798C-5CD9-F4792836D84E}"/>
              </a:ext>
            </a:extLst>
          </p:cNvPr>
          <p:cNvSpPr txBox="1"/>
          <p:nvPr/>
        </p:nvSpPr>
        <p:spPr>
          <a:xfrm>
            <a:off x="622384" y="4371171"/>
            <a:ext cx="2851393" cy="16132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Guided by: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Dr.P.Rajaram</a:t>
            </a:r>
            <a:endParaRPr lang="en-IN" sz="27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endParaRPr lang="en-IN" sz="2700" dirty="0">
              <a:latin typeface="Times New Roman"/>
              <a:ea typeface="Calibri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B82C9-25BD-52A7-744A-4FFCFF8BFAC9}"/>
              </a:ext>
            </a:extLst>
          </p:cNvPr>
          <p:cNvSpPr/>
          <p:nvPr/>
        </p:nvSpPr>
        <p:spPr>
          <a:xfrm>
            <a:off x="174471" y="1567543"/>
            <a:ext cx="11660912" cy="211021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D39BA-B89B-41F4-D370-E575F7B02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86"/>
            <a:ext cx="12191999" cy="1132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47273" y="475805"/>
            <a:ext cx="7847832" cy="6959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179955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814" y="1714982"/>
            <a:ext cx="6076982" cy="4434547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pPr marL="342900" indent="-342900" algn="just">
              <a:buFont typeface="Wingdings" panose="020B0604020202020204" pitchFamily="34" charset="0"/>
              <a:buChar char="v"/>
            </a:pPr>
            <a:r>
              <a:rPr lang="en-IN" sz="2400">
                <a:latin typeface="Times New Roman"/>
                <a:cs typeface="Times New Roman"/>
              </a:rPr>
              <a:t>Timetable scheduling is an important but complex task in educational institutions. </a:t>
            </a:r>
            <a:endParaRPr lang="en-US"/>
          </a:p>
          <a:p>
            <a:pPr marL="342900" lvl="0" indent="-342900" algn="just">
              <a:buFont typeface="Wingdings" panose="020B0604020202020204" pitchFamily="34" charset="0"/>
              <a:buChar char="v"/>
            </a:pPr>
            <a:r>
              <a:rPr lang="en-IN" sz="2400">
                <a:latin typeface="Times New Roman"/>
                <a:cs typeface="Times New Roman"/>
              </a:rPr>
              <a:t>Manual timetable preparation requires considerable time and effort. </a:t>
            </a:r>
          </a:p>
          <a:p>
            <a:pPr marL="342900" lvl="0" indent="-342900" algn="just">
              <a:buFont typeface="Wingdings" panose="020B0604020202020204" pitchFamily="34" charset="0"/>
              <a:buChar char="v"/>
            </a:pPr>
            <a:r>
              <a:rPr lang="en-IN" sz="2400">
                <a:latin typeface="Times New Roman"/>
                <a:cs typeface="Times New Roman"/>
              </a:rPr>
              <a:t>Conflicts may occur between faculty, classrooms, subjects, and time slots. </a:t>
            </a:r>
          </a:p>
          <a:p>
            <a:pPr marL="342900" lvl="0" indent="-342900" algn="just">
              <a:buFont typeface="Wingdings" panose="020B0604020202020204" pitchFamily="34" charset="0"/>
              <a:buChar char="v"/>
            </a:pPr>
            <a:r>
              <a:rPr lang="en-IN" sz="2400">
                <a:latin typeface="Times New Roman"/>
                <a:cs typeface="Times New Roman"/>
              </a:rPr>
              <a:t>This project uses Artificial Intelligence and Constraint Satisfaction Problem (CSP) techniques to automate timetable generation. </a:t>
            </a:r>
          </a:p>
          <a:p>
            <a:pPr marL="342900" lvl="0" indent="-342900" algn="just">
              <a:buFont typeface="Wingdings" panose="020B0604020202020204" pitchFamily="34" charset="0"/>
              <a:buChar char="v"/>
            </a:pPr>
            <a:r>
              <a:rPr lang="en-IN" sz="2400">
                <a:latin typeface="Times New Roman"/>
                <a:cs typeface="Times New Roman"/>
              </a:rPr>
              <a:t>The system aims to generate a conflict-free and optimized timetable automatically. </a:t>
            </a:r>
          </a:p>
          <a:p>
            <a:pPr algn="just"/>
            <a:endParaRPr lang="en-IN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444E8-2D73-8D96-96D6-C5D40F4D5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663" y="2219303"/>
            <a:ext cx="4922328" cy="3857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411095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7136" y="1531716"/>
            <a:ext cx="10407259" cy="5080878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model timetable scheduling as a Constraint Satisfaction Problem. 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collect and manage faculty, subject, classroom, and time-slot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automatically generate a conflict-free timetable. </a:t>
            </a: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detect and report scheduling conflicts. </a:t>
            </a: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reduce timetable generation time and manual effort. </a:t>
            </a: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optimize the utilization of classrooms and faculty. </a:t>
            </a:r>
          </a:p>
          <a:p>
            <a:pPr marL="342900" lvl="0" indent="-34290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400" dirty="0">
                <a:latin typeface="Times New Roman"/>
                <a:cs typeface="Times New Roman"/>
              </a:rPr>
              <a:t>To provide an easy-to-use web-based interface for timetable generation. </a:t>
            </a:r>
          </a:p>
          <a:p>
            <a:pPr algn="just"/>
            <a:r>
              <a:rPr lang="en-IN" sz="2400" b="1" dirty="0"/>
              <a:t>E</a:t>
            </a:r>
            <a:r>
              <a:rPr lang="en-IN" sz="2400" b="1" dirty="0">
                <a:latin typeface="Times New Roman"/>
                <a:cs typeface="Times New Roman"/>
              </a:rPr>
              <a:t>xpected Outcome</a:t>
            </a:r>
          </a:p>
          <a:p>
            <a:pPr algn="just"/>
            <a:r>
              <a:rPr lang="en-IN" sz="2400" dirty="0">
                <a:latin typeface="Times New Roman"/>
                <a:cs typeface="Times New Roman"/>
              </a:rPr>
              <a:t>A fully automated system capable of generating an optimized timetable while satisfying the defined constraints.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4EC6-8F30-0DB1-1C66-6D9BB3738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1292662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4000" b="1" dirty="0">
                <a:latin typeface="Times New Roman"/>
                <a:ea typeface="Calibri"/>
                <a:cs typeface="Times New Roman"/>
              </a:rPr>
              <a:t>PROBLEM STATEMENT</a:t>
            </a:r>
            <a:br>
              <a:rPr lang="en-US" sz="4000" b="1" dirty="0">
                <a:latin typeface="Times New Roman"/>
                <a:ea typeface="Calibri"/>
                <a:cs typeface="Times New Roman"/>
              </a:rPr>
            </a:br>
            <a:endParaRPr lang="en-US" dirty="0">
              <a:ea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8D2F7-E091-344B-6B94-EB368B16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347" y="1544155"/>
            <a:ext cx="8310321" cy="5170646"/>
          </a:xfrm>
        </p:spPr>
        <p:txBody>
          <a:bodyPr wrap="square" lIns="0" tIns="0" rIns="0" bIns="0" anchor="t">
            <a:spAutoFit/>
          </a:bodyPr>
          <a:lstStyle/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Manual timetable preparation is time-consuming and difficult.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Faculty clashes can occur when teachers are assigned to multiple classes at the same time.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Room conflicts occur when multiple classes need the same classroom.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Class and subject overlaps can affect students’ schedules.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Changes in faculty, rooms, or time slots require repeated manual adjustments.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/>
              <a:buChar char="v"/>
            </a:pPr>
            <a:r>
              <a:rPr lang="en-US" sz="2800">
                <a:latin typeface="Times New Roman"/>
                <a:ea typeface="Calibri"/>
                <a:cs typeface="Times New Roman"/>
              </a:rPr>
              <a:t>An AI-based system is needed to automatically create an optimized and conflict-free timetable</a:t>
            </a:r>
          </a:p>
        </p:txBody>
      </p:sp>
      <p:pic>
        <p:nvPicPr>
          <p:cNvPr id="5" name="object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4760821A-19B1-0610-9E01-07E76FE865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7" name="object 5" descr="A blue and white logo&#10;&#10;AI-generated content may be incorrect.">
            <a:extLst>
              <a:ext uri="{FF2B5EF4-FFF2-40B4-BE49-F238E27FC236}">
                <a16:creationId xmlns:a16="http://schemas.microsoft.com/office/drawing/2014/main" id="{C30930DD-B246-857F-2879-7571883709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0FEDC0-3FD3-31EF-C978-387828779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339" y="1693353"/>
            <a:ext cx="3070441" cy="469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1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160C-FAB7-5694-0A37-80914ABD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D71F-5B5F-AF16-75D7-1B75B6D46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893" y="475805"/>
            <a:ext cx="7198212" cy="1292662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4000" b="1" dirty="0">
                <a:latin typeface="Times New Roman"/>
                <a:ea typeface="Calibri"/>
                <a:cs typeface="Times New Roman"/>
              </a:rPr>
              <a:t>PROPOSED SOLUTION</a:t>
            </a:r>
            <a:br>
              <a:rPr lang="en-US" sz="4000" b="1" dirty="0">
                <a:latin typeface="Times New Roman"/>
                <a:ea typeface="Calibri"/>
                <a:cs typeface="Times New Roman"/>
              </a:rPr>
            </a:br>
            <a:endParaRPr lang="en-US" dirty="0">
              <a:ea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B37A1-0EAF-088E-7A26-DC483B380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367490" y="1234440"/>
            <a:ext cx="5487978" cy="5170646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(01)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all necessary information and rules.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 (CSP) (02)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Optimization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applies constraints to find feasible schedules.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TIMETABLE (03)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optimized and conflict free timetable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timetable is created automatically by the system.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DETECTION (04)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faculty, room, and subject clashes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conflicts are identified and resolved using AI techniques.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TIMETABLE (05)                                                                                                           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view, download, or export the final timetable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Optimized, efficient, and easy-to-manage timetable ready for use.</a:t>
            </a:r>
          </a:p>
        </p:txBody>
      </p:sp>
      <p:pic>
        <p:nvPicPr>
          <p:cNvPr id="5" name="object 4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75E4214A-F312-3E13-37B9-442FDE3332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7"/>
            <a:ext cx="1135116" cy="786782"/>
          </a:xfrm>
          <a:prstGeom prst="rect">
            <a:avLst/>
          </a:prstGeom>
        </p:spPr>
      </p:pic>
      <p:pic>
        <p:nvPicPr>
          <p:cNvPr id="7" name="object 5" descr="A blue and white logo&#10;&#10;AI-generated content may be incorrect.">
            <a:extLst>
              <a:ext uri="{FF2B5EF4-FFF2-40B4-BE49-F238E27FC236}">
                <a16:creationId xmlns:a16="http://schemas.microsoft.com/office/drawing/2014/main" id="{0B579A9D-21C5-10CE-BE5D-7438F26343E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7"/>
            <a:ext cx="1520113" cy="7227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F57F98-DE1B-E69D-EBBD-F3DB9F53F4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831"/>
          <a:stretch>
            <a:fillRect/>
          </a:stretch>
        </p:blipFill>
        <p:spPr>
          <a:xfrm>
            <a:off x="7193889" y="1649049"/>
            <a:ext cx="2010063" cy="11717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8BA628-85C9-6745-0A1E-31D10D06C0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212" r="41973"/>
          <a:stretch>
            <a:fillRect/>
          </a:stretch>
        </p:blipFill>
        <p:spPr>
          <a:xfrm>
            <a:off x="7054011" y="2692853"/>
            <a:ext cx="2319868" cy="11717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979FA8-8BBA-D6F8-ED58-5C0EE1732B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955" r="22231"/>
          <a:stretch>
            <a:fillRect/>
          </a:stretch>
        </p:blipFill>
        <p:spPr>
          <a:xfrm>
            <a:off x="9504642" y="2692853"/>
            <a:ext cx="2319868" cy="11717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78660E-6109-CAB8-2BC4-D0C7172C8E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565" r="2488"/>
          <a:stretch>
            <a:fillRect/>
          </a:stretch>
        </p:blipFill>
        <p:spPr>
          <a:xfrm>
            <a:off x="9405098" y="1630221"/>
            <a:ext cx="2218266" cy="11717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AFB037-DC78-E7B1-9EB0-F0C75708C0FF}"/>
              </a:ext>
            </a:extLst>
          </p:cNvPr>
          <p:cNvSpPr txBox="1"/>
          <p:nvPr/>
        </p:nvSpPr>
        <p:spPr>
          <a:xfrm>
            <a:off x="8128002" y="1234440"/>
            <a:ext cx="2023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BENEFITS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1BB1A-E609-A67D-1254-5A7C13BD7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975204"/>
            <a:ext cx="6458712" cy="268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9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52944" y="475805"/>
            <a:ext cx="10178473" cy="73609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47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sz="47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700" b="1" spc="-1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05560" y="1413355"/>
            <a:ext cx="9770651" cy="371897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endParaRPr lang="en-IN" sz="1800">
              <a:ea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7"/>
            <a:ext cx="1520113" cy="114339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16E932-A683-2B75-47BC-890B8BFEE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855119"/>
              </p:ext>
            </p:extLst>
          </p:nvPr>
        </p:nvGraphicFramePr>
        <p:xfrm>
          <a:off x="581892" y="1413355"/>
          <a:ext cx="11114808" cy="528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8">
                  <a:extLst>
                    <a:ext uri="{9D8B030D-6E8A-4147-A177-3AD203B41FA5}">
                      <a16:colId xmlns:a16="http://schemas.microsoft.com/office/drawing/2014/main" val="1592920393"/>
                    </a:ext>
                  </a:extLst>
                </a:gridCol>
                <a:gridCol w="3119176">
                  <a:extLst>
                    <a:ext uri="{9D8B030D-6E8A-4147-A177-3AD203B41FA5}">
                      <a16:colId xmlns:a16="http://schemas.microsoft.com/office/drawing/2014/main" val="2278734058"/>
                    </a:ext>
                  </a:extLst>
                </a:gridCol>
                <a:gridCol w="2337580">
                  <a:extLst>
                    <a:ext uri="{9D8B030D-6E8A-4147-A177-3AD203B41FA5}">
                      <a16:colId xmlns:a16="http://schemas.microsoft.com/office/drawing/2014/main" val="58426493"/>
                    </a:ext>
                  </a:extLst>
                </a:gridCol>
                <a:gridCol w="2588322">
                  <a:extLst>
                    <a:ext uri="{9D8B030D-6E8A-4147-A177-3AD203B41FA5}">
                      <a16:colId xmlns:a16="http://schemas.microsoft.com/office/drawing/2014/main" val="2699129930"/>
                    </a:ext>
                  </a:extLst>
                </a:gridCol>
                <a:gridCol w="2588322">
                  <a:extLst>
                    <a:ext uri="{9D8B030D-6E8A-4147-A177-3AD203B41FA5}">
                      <a16:colId xmlns:a16="http://schemas.microsoft.com/office/drawing/2014/main" val="2275974590"/>
                    </a:ext>
                  </a:extLst>
                </a:gridCol>
              </a:tblGrid>
              <a:tr h="950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S.No.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237563"/>
                  </a:ext>
                </a:extLst>
              </a:tr>
              <a:tr h="716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Ceschia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Timetabling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timetable problems and solutions.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470760"/>
                  </a:ext>
                </a:extLst>
              </a:tr>
              <a:tr h="1053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Bashab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Techniques in University Timetabling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constraints and optimization.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00439"/>
                  </a:ext>
                </a:extLst>
              </a:tr>
              <a:tr h="665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Agrawal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Examination and Class Timetabling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optimization to scheduling.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Problem-specific.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6771"/>
                  </a:ext>
                </a:extLst>
              </a:tr>
              <a:tr h="950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Kiyohara &amp; Ishihata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 Programming for Course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Generated feasible schedules using constraints.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scheduling scope.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289958"/>
                  </a:ext>
                </a:extLst>
              </a:tr>
              <a:tr h="950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Programming to Machine Learning for Timetabling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AI and optimization methods.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further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9155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2468" y="475805"/>
            <a:ext cx="8202637" cy="6899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070100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" y="1243585"/>
            <a:ext cx="7854697" cy="5718098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pPr algn="l"/>
            <a:r>
              <a:rPr lang="en-IN" b="1" dirty="0"/>
              <a:t>1.</a:t>
            </a:r>
            <a:r>
              <a:rPr lang="en-IN" sz="2200" b="1" dirty="0">
                <a:latin typeface="Times New Roman"/>
                <a:cs typeface="Times New Roman"/>
              </a:rPr>
              <a:t>Data Collection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Collect faculty, subjects, classrooms, sections, and available </a:t>
            </a:r>
          </a:p>
          <a:p>
            <a:pPr algn="l"/>
            <a:r>
              <a:rPr lang="en-IN" sz="2200" dirty="0">
                <a:latin typeface="Times New Roman"/>
                <a:cs typeface="Times New Roman"/>
              </a:rPr>
              <a:t>time slot data.</a:t>
            </a:r>
            <a:endParaRPr lang="en-IN" sz="22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r>
              <a:rPr lang="en-IN" sz="2200" b="1" dirty="0">
                <a:latin typeface="Times New Roman"/>
                <a:cs typeface="Times New Roman"/>
              </a:rPr>
              <a:t>2. Constraint </a:t>
            </a:r>
            <a:r>
              <a:rPr lang="en-IN" sz="2200" b="1" dirty="0" err="1">
                <a:latin typeface="Times New Roman"/>
                <a:cs typeface="Times New Roman"/>
              </a:rPr>
              <a:t>Modeling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Define faculty, room, student, and time-slot constraints.</a:t>
            </a:r>
          </a:p>
          <a:p>
            <a:pPr algn="l"/>
            <a:r>
              <a:rPr lang="en-IN" sz="2200" b="1" dirty="0">
                <a:latin typeface="Times New Roman"/>
                <a:cs typeface="Times New Roman"/>
              </a:rPr>
              <a:t>3. CSP Formulation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Model timetable scheduling as a Constraint Satisfaction Problem (CSP).</a:t>
            </a:r>
          </a:p>
          <a:p>
            <a:pPr algn="l"/>
            <a:r>
              <a:rPr lang="en-IN" sz="2200" b="1" dirty="0">
                <a:latin typeface="Times New Roman"/>
                <a:cs typeface="Times New Roman"/>
              </a:rPr>
              <a:t>4. AI-Based Solving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Apply Backtracking Search, Local Search/Simulated Annealing, </a:t>
            </a:r>
          </a:p>
          <a:p>
            <a:pPr algn="l"/>
            <a:r>
              <a:rPr lang="en-IN" sz="2200" dirty="0">
                <a:latin typeface="Times New Roman"/>
                <a:cs typeface="Times New Roman"/>
              </a:rPr>
              <a:t>and Heuristic Variable Ordering to find a valid solution.</a:t>
            </a:r>
          </a:p>
          <a:p>
            <a:pPr algn="l"/>
            <a:r>
              <a:rPr lang="en-IN" sz="2200" b="1" dirty="0">
                <a:latin typeface="Times New Roman"/>
                <a:cs typeface="Times New Roman"/>
              </a:rPr>
              <a:t>5. Timetable Generation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Generate an optimized timetable satisfying the defined constraints.</a:t>
            </a:r>
          </a:p>
          <a:p>
            <a:pPr algn="l"/>
            <a:r>
              <a:rPr lang="en-IN" sz="2200" b="1" dirty="0">
                <a:latin typeface="Times New Roman"/>
                <a:cs typeface="Times New Roman"/>
              </a:rPr>
              <a:t>6. Conflict Reporting</a:t>
            </a:r>
            <a:br>
              <a:rPr lang="en-IN" sz="2200" dirty="0">
                <a:latin typeface="Times New Roman"/>
                <a:cs typeface="Times New Roman"/>
              </a:rPr>
            </a:br>
            <a:r>
              <a:rPr lang="en-IN" sz="2200" dirty="0">
                <a:latin typeface="Times New Roman"/>
                <a:cs typeface="Times New Roman"/>
              </a:rPr>
              <a:t>Evaluate constraint satisfaction, generation time, and conflicts resolved.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0519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974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1CB00-7DED-88A3-F503-763D6DD0D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1609344"/>
            <a:ext cx="4401312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94166" y="583963"/>
            <a:ext cx="8249579" cy="68993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03530">
              <a:spcBef>
                <a:spcPts val="100"/>
              </a:spcBef>
            </a:pPr>
            <a:r>
              <a:rPr lang="en-US" b="1" spc="-10">
                <a:latin typeface="Times New Roman"/>
                <a:ea typeface="Calibri"/>
                <a:cs typeface="Times New Roman"/>
              </a:rPr>
              <a:t>SYSTEM ARCHITECTURE</a:t>
            </a:r>
            <a:endParaRPr lang="en-US" b="1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8391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839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BBA264-9588-E9CB-E728-BDEA95780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5" y="1455651"/>
            <a:ext cx="12192000" cy="5402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6175D-B559-26C9-5901-6B977A40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11" y="614716"/>
            <a:ext cx="9764597" cy="1463351"/>
          </a:xfrm>
        </p:spPr>
        <p:txBody>
          <a:bodyPr lIns="0" tIns="0" rIns="0" bIns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latin typeface="Times New Roman"/>
                <a:ea typeface="Calibri"/>
                <a:cs typeface="Times New Roman"/>
              </a:rPr>
              <a:t>Module 1: Data Collection &amp;Constraint Modeling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>
              <a:ea typeface="Calibri"/>
            </a:endParaRP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36A16-4A06-B8B4-2FA5-969A388E2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6511" y="2071316"/>
            <a:ext cx="6617210" cy="4119172"/>
          </a:xfrm>
        </p:spPr>
        <p:txBody>
          <a:bodyPr lIns="0" tIns="0" rIns="0" bIns="0" anchor="t">
            <a:normAutofit/>
          </a:bodyPr>
          <a:lstStyle/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Collect all essential academic data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such as faculty, subjects, classes, sections, and classrooms. 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Define available working days and time slots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for scheduling the timetable. 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Record classroom details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, including room capacity and laboratory requirements. 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Specify scheduling constraints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such as faculty availability, room availability, and class requirements. 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Organize the collected information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into structured data for accurate and efficient CSP-based timetable generation.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endParaRPr lang="en-US" sz="22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object 4" descr="A logo of a company&#10;&#10;AI-generated content may be incorrect.">
            <a:extLst>
              <a:ext uri="{FF2B5EF4-FFF2-40B4-BE49-F238E27FC236}">
                <a16:creationId xmlns:a16="http://schemas.microsoft.com/office/drawing/2014/main" id="{01A07AAC-D064-7E09-9DA0-3D14933FA9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76" y="191627"/>
            <a:ext cx="961496" cy="713795"/>
          </a:xfrm>
          <a:prstGeom prst="rect">
            <a:avLst/>
          </a:prstGeom>
        </p:spPr>
      </p:pic>
      <p:pic>
        <p:nvPicPr>
          <p:cNvPr id="7" name="object 5" descr="A blue circle with a book and a cross&#10;&#10;AI-generated content may be incorrect.">
            <a:extLst>
              <a:ext uri="{FF2B5EF4-FFF2-40B4-BE49-F238E27FC236}">
                <a16:creationId xmlns:a16="http://schemas.microsoft.com/office/drawing/2014/main" id="{3E52A131-ED1D-4B86-67F0-E66CE70D4E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1193" y="191626"/>
            <a:ext cx="893151" cy="839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076159-4757-CA35-5B6D-E08044E5B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1" y="2097643"/>
            <a:ext cx="5001768" cy="435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8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D8663-E2B9-A2DD-B860-41702906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281" y="302004"/>
            <a:ext cx="10297160" cy="890786"/>
          </a:xfrm>
        </p:spPr>
        <p:txBody>
          <a:bodyPr lIns="0" tIns="0" rIns="0" bIns="0" anchor="b">
            <a:normAutofit/>
          </a:bodyPr>
          <a:lstStyle/>
          <a:p>
            <a:r>
              <a:rPr lang="en-US" sz="5400" b="1">
                <a:latin typeface="Times New Roman"/>
                <a:ea typeface="Calibri"/>
                <a:cs typeface="Times New Roman"/>
              </a:rPr>
              <a:t>Module 2: CSP Solving Engine</a:t>
            </a:r>
            <a:endParaRPr lang="en-US" sz="5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6436A-2BF9-F4D0-6371-93FF0EB5E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93" y="2071316"/>
            <a:ext cx="6713552" cy="4119172"/>
          </a:xfrm>
        </p:spPr>
        <p:txBody>
          <a:bodyPr lIns="0" tIns="0" rIns="0" bIns="0" anchor="t">
            <a:norm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Model the timetable as a Constraint Satisfaction Problem (CSP)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with variables, domains, and constraints.</a:t>
            </a: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Assign subjects to suitable time slots, faculty, and classrooms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based on the defined constraints.</a:t>
            </a: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Use Backtracking Search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to find valid solutions and handle scheduling conflicts.</a:t>
            </a: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Apply heuristic techniques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to select the most suitable variables and improve solving efficiency.</a:t>
            </a: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200" b="1" dirty="0">
                <a:latin typeface="Times New Roman"/>
                <a:ea typeface="Calibri"/>
                <a:cs typeface="Times New Roman"/>
              </a:rPr>
              <a:t>Optimize the generated schedule</a:t>
            </a:r>
            <a:r>
              <a:rPr lang="en-US" sz="2200" dirty="0">
                <a:latin typeface="Times New Roman"/>
                <a:ea typeface="Calibri"/>
                <a:cs typeface="Times New Roman"/>
              </a:rPr>
              <a:t> using Local Search or Simulated Annealing for better resource utilization.</a:t>
            </a:r>
            <a:endParaRPr lang="en-US" sz="2200" dirty="0"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</a:pPr>
            <a:endParaRPr lang="en-US" sz="2200" dirty="0">
              <a:ea typeface="Calibr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A27CC382-CE78-10FB-BC98-87922BA564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12" y="211946"/>
            <a:ext cx="1135116" cy="839189"/>
          </a:xfrm>
          <a:prstGeom prst="rect">
            <a:avLst/>
          </a:prstGeom>
        </p:spPr>
      </p:pic>
      <p:pic>
        <p:nvPicPr>
          <p:cNvPr id="7" name="object 5" descr="A blue circle with a book and a cross&#10;&#10;AI-generated content may be incorrect.">
            <a:extLst>
              <a:ext uri="{FF2B5EF4-FFF2-40B4-BE49-F238E27FC236}">
                <a16:creationId xmlns:a16="http://schemas.microsoft.com/office/drawing/2014/main" id="{EE4806C9-07FB-B1F0-DCF8-7C8AC8CFCE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839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87CF79-27BF-884F-3047-0F698B101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029" y="2064907"/>
            <a:ext cx="4932257" cy="332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0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FBB52-315B-DABA-2818-5950BE24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817273"/>
            <a:ext cx="10989584" cy="865326"/>
          </a:xfrm>
        </p:spPr>
        <p:txBody>
          <a:bodyPr lIns="0" tIns="0" rIns="0" bIns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latin typeface="Times New Roman"/>
                <a:ea typeface="Calibri"/>
                <a:cs typeface="Times New Roman"/>
              </a:rPr>
              <a:t>Module 3: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TimetableGeneration</a:t>
            </a:r>
            <a:r>
              <a:rPr lang="en-US" b="1">
                <a:latin typeface="Times New Roman"/>
                <a:ea typeface="Calibri"/>
                <a:cs typeface="Times New Roman"/>
              </a:rPr>
              <a:t> &amp;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ConflictReporting</a:t>
            </a:r>
            <a:endParaRPr lang="en-US" err="1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5000">
              <a:ea typeface="Calibri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4654E-5840-F32F-B34A-36C6768B5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93" y="2071316"/>
            <a:ext cx="6713552" cy="4119172"/>
          </a:xfrm>
        </p:spPr>
        <p:txBody>
          <a:bodyPr lIns="0" tIns="0" rIns="0" bIns="0" anchor="t">
            <a:normAutofit/>
          </a:bodyPr>
          <a:lstStyle/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Generate an optimized timetable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by applying all defined scheduling constraints. 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Validate the timetable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to ensure faculty, classroom, class, and time-slot requirements are satisfied. 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Detect and report scheduling conflicts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for quick identification and resolution. 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Present the final timetable through a user-friendly web interface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for easy access and management. 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Measure timetable performance</a:t>
            </a:r>
            <a:r>
              <a:rPr lang="en-US" sz="2200">
                <a:latin typeface="Times New Roman"/>
                <a:ea typeface="Calibri"/>
                <a:cs typeface="Times New Roman"/>
              </a:rPr>
              <a:t> using conflict rate, generation time, constraint satisfaction, and resource utilization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spcAft>
                <a:spcPts val="600"/>
              </a:spcAft>
              <a:buFont typeface="Wingdings"/>
              <a:buChar char="v"/>
            </a:pPr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object 4" descr="A logo of a company&#10;&#10;AI-generated content may be incorrect.">
            <a:extLst>
              <a:ext uri="{FF2B5EF4-FFF2-40B4-BE49-F238E27FC236}">
                <a16:creationId xmlns:a16="http://schemas.microsoft.com/office/drawing/2014/main" id="{A5EEF8B9-7F43-E238-8C31-3417B343F6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33" y="18006"/>
            <a:ext cx="778230" cy="964583"/>
          </a:xfrm>
          <a:prstGeom prst="rect">
            <a:avLst/>
          </a:prstGeom>
        </p:spPr>
      </p:pic>
      <p:pic>
        <p:nvPicPr>
          <p:cNvPr id="7" name="object 5" descr="A blue circle with a book and a cross&#10;&#10;AI-generated content may be incorrect.">
            <a:extLst>
              <a:ext uri="{FF2B5EF4-FFF2-40B4-BE49-F238E27FC236}">
                <a16:creationId xmlns:a16="http://schemas.microsoft.com/office/drawing/2014/main" id="{1DCDE37A-F0E7-2A0D-0FE6-BBE178559C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839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E1581-A857-6F3E-73FA-2F060C871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229818"/>
            <a:ext cx="4562856" cy="41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3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6963-6693-8C23-8BE2-E5B16A76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27" y="495096"/>
            <a:ext cx="11924538" cy="615553"/>
          </a:xfrm>
        </p:spPr>
        <p:txBody>
          <a:bodyPr wrap="square" lIns="0" tIns="0" rIns="0" bIns="0">
            <a:spAutoFit/>
          </a:bodyPr>
          <a:lstStyle/>
          <a:p>
            <a:r>
              <a:rPr lang="en-IN" sz="4000" b="1" cap="all">
                <a:latin typeface="Times New Roman"/>
                <a:cs typeface="Times New Roman"/>
              </a:rPr>
              <a:t>    ADVANTAGES And DISADVANTAGES</a:t>
            </a:r>
            <a:endParaRPr lang="en-US" sz="4000">
              <a:ea typeface="Calibri"/>
            </a:endParaRPr>
          </a:p>
        </p:txBody>
      </p:sp>
      <p:pic>
        <p:nvPicPr>
          <p:cNvPr id="6" name="object 4" descr="A logo of a company&#10;&#10;AI-generated content may be incorrect.">
            <a:extLst>
              <a:ext uri="{FF2B5EF4-FFF2-40B4-BE49-F238E27FC236}">
                <a16:creationId xmlns:a16="http://schemas.microsoft.com/office/drawing/2014/main" id="{77A0786A-24D2-3B06-F73A-D5BF0D6451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33" y="18006"/>
            <a:ext cx="778230" cy="964583"/>
          </a:xfrm>
          <a:prstGeom prst="rect">
            <a:avLst/>
          </a:prstGeom>
        </p:spPr>
      </p:pic>
      <p:pic>
        <p:nvPicPr>
          <p:cNvPr id="8" name="object 5" descr="A blue circle with a book and a cross&#10;&#10;AI-generated content may be incorrect.">
            <a:extLst>
              <a:ext uri="{FF2B5EF4-FFF2-40B4-BE49-F238E27FC236}">
                <a16:creationId xmlns:a16="http://schemas.microsoft.com/office/drawing/2014/main" id="{8BEBE0D1-6521-47C9-C8FE-E81B37B6E0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8391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29755-7611-ED44-4612-D3C026015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17" y="1270936"/>
            <a:ext cx="11604319" cy="539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81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2741243" y="1191832"/>
            <a:ext cx="6645542" cy="239635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pPr marL="2104390" algn="r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Times New Roman"/>
                <a:cs typeface="Times New Roman"/>
              </a:rPr>
              <a:t>FUTURE</a:t>
            </a:r>
            <a:r>
              <a:rPr lang="en-US" sz="4000" kern="12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4000" kern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SCOPE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7358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5892" y="191626"/>
            <a:ext cx="1468452" cy="735867"/>
          </a:xfrm>
          <a:prstGeom prst="rect">
            <a:avLst/>
          </a:prstGeom>
        </p:spPr>
      </p:pic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D66C5F6-E2F6-2E9E-A10A-409939B80B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759521"/>
              </p:ext>
            </p:extLst>
          </p:nvPr>
        </p:nvGraphicFramePr>
        <p:xfrm>
          <a:off x="4465933" y="609600"/>
          <a:ext cx="6666833" cy="6033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2182" y="475805"/>
            <a:ext cx="8632923" cy="6959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359025">
              <a:lnSpc>
                <a:spcPct val="100000"/>
              </a:lnSpc>
              <a:spcBef>
                <a:spcPts val="100"/>
              </a:spcBef>
            </a:pPr>
            <a:r>
              <a:rPr lang="en-IN" b="1" spc="-10" dirty="0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580" y="1522477"/>
            <a:ext cx="9770651" cy="5173211"/>
          </a:xfrm>
          <a:prstGeom prst="rect">
            <a:avLst/>
          </a:prstGeom>
        </p:spPr>
        <p:txBody>
          <a:bodyPr vert="horz" wrap="square" lIns="0" tIns="9398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The project addresses the problem of manual and conflict-prone timetable scheduling. </a:t>
            </a:r>
            <a:endParaRPr lang="en-US" sz="2200">
              <a:latin typeface="Times New Roman"/>
              <a:cs typeface="Times New Roman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Timetable generation is </a:t>
            </a:r>
            <a:r>
              <a:rPr lang="en-IN" sz="2200" err="1">
                <a:latin typeface="Times New Roman"/>
                <a:cs typeface="Times New Roman"/>
              </a:rPr>
              <a:t>modeled</a:t>
            </a:r>
            <a:r>
              <a:rPr lang="en-IN" sz="2200">
                <a:latin typeface="Times New Roman"/>
                <a:cs typeface="Times New Roman"/>
              </a:rPr>
              <a:t> as a Constraint Satisfaction Problem. </a:t>
            </a:r>
          </a:p>
          <a:p>
            <a:pPr marL="285750" lvl="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AI techniques such as Backtracking, Local Search, Simulated Annealing, and Heuristic Variable Ordering are used. </a:t>
            </a:r>
          </a:p>
          <a:p>
            <a:pPr marL="285750" lvl="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The proposed web application can automatically generate and display timetables. </a:t>
            </a:r>
          </a:p>
          <a:p>
            <a:pPr marL="285750" lvl="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The system aims to reduce manual effort, scheduling time, and conflicts. </a:t>
            </a:r>
          </a:p>
          <a:p>
            <a:pPr marL="285750" lvl="0" indent="-285750" algn="just"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2200">
                <a:latin typeface="Times New Roman"/>
                <a:cs typeface="Times New Roman"/>
              </a:rPr>
              <a:t>The project provides a scalable foundation for intelligent timetable management. </a:t>
            </a:r>
          </a:p>
          <a:p>
            <a:pPr algn="just"/>
            <a:r>
              <a:rPr lang="en-IN" sz="2200" b="1">
                <a:latin typeface="Times New Roman"/>
                <a:cs typeface="Times New Roman"/>
              </a:rPr>
              <a:t>Key Takeaway</a:t>
            </a:r>
          </a:p>
          <a:p>
            <a:pPr marL="285750" indent="-285750" algn="just">
              <a:buFont typeface="Wingdings"/>
              <a:buChar char="v"/>
            </a:pPr>
            <a:r>
              <a:rPr lang="en-IN" sz="2200">
                <a:latin typeface="Times New Roman"/>
                <a:cs typeface="Times New Roman"/>
              </a:rPr>
              <a:t>AI can transform timetable scheduling from a manual trial-and-error process into an automated and optimized decision-making system</a:t>
            </a:r>
            <a:r>
              <a:rPr lang="en-IN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9055" y="475805"/>
            <a:ext cx="8716050" cy="75148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334260">
              <a:lnSpc>
                <a:spcPct val="100000"/>
              </a:lnSpc>
              <a:spcBef>
                <a:spcPts val="100"/>
              </a:spcBef>
            </a:pPr>
            <a:r>
              <a:rPr lang="en-IN" sz="4800" b="1" spc="-10" dirty="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436" y="1681018"/>
            <a:ext cx="11065164" cy="487569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sz="2100" b="1" i="1" dirty="0" err="1">
                <a:latin typeface="Times New Roman"/>
                <a:cs typeface="Times New Roman"/>
              </a:rPr>
              <a:t>C</a:t>
            </a:r>
            <a:r>
              <a:rPr lang="en-IN" sz="2100" b="1" dirty="0" err="1">
                <a:latin typeface="Times New Roman"/>
                <a:cs typeface="Times New Roman"/>
              </a:rPr>
              <a:t>eschia</a:t>
            </a:r>
            <a:r>
              <a:rPr lang="en-IN" sz="2100" b="1" dirty="0">
                <a:latin typeface="Times New Roman"/>
                <a:cs typeface="Times New Roman"/>
              </a:rPr>
              <a:t>, S., Di </a:t>
            </a:r>
            <a:r>
              <a:rPr lang="en-IN" sz="2100" b="1" dirty="0" err="1">
                <a:latin typeface="Times New Roman"/>
                <a:cs typeface="Times New Roman"/>
              </a:rPr>
              <a:t>Gaspero</a:t>
            </a:r>
            <a:r>
              <a:rPr lang="en-IN" sz="2100" b="1" dirty="0">
                <a:latin typeface="Times New Roman"/>
                <a:cs typeface="Times New Roman"/>
              </a:rPr>
              <a:t>, L., &amp; </a:t>
            </a:r>
            <a:r>
              <a:rPr lang="en-IN" sz="2100" b="1" dirty="0" err="1">
                <a:latin typeface="Times New Roman"/>
                <a:cs typeface="Times New Roman"/>
              </a:rPr>
              <a:t>Schaerf</a:t>
            </a:r>
            <a:r>
              <a:rPr lang="en-IN" sz="2100" b="1" dirty="0">
                <a:latin typeface="Times New Roman"/>
                <a:cs typeface="Times New Roman"/>
              </a:rPr>
              <a:t>, A. (2022).</a:t>
            </a:r>
            <a:r>
              <a:rPr lang="en-IN" sz="2100" dirty="0">
                <a:latin typeface="Times New Roman"/>
                <a:cs typeface="Times New Roman"/>
              </a:rPr>
              <a:t> Educational Timetabling: Problems, Benchmarks, and State-of-the-Art Results. European Journal of Operational Research. </a:t>
            </a:r>
            <a:endParaRPr lang="en-IN" sz="21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buAutoNum type="arabicPeriod"/>
            </a:pPr>
            <a:r>
              <a:rPr lang="en-IN" sz="2100" b="1" dirty="0" err="1">
                <a:latin typeface="Times New Roman"/>
                <a:cs typeface="Times New Roman"/>
              </a:rPr>
              <a:t>Bashab</a:t>
            </a:r>
            <a:r>
              <a:rPr lang="en-IN" sz="2100" b="1" dirty="0">
                <a:latin typeface="Times New Roman"/>
                <a:cs typeface="Times New Roman"/>
              </a:rPr>
              <a:t>, A., et al. (2023).</a:t>
            </a:r>
            <a:r>
              <a:rPr lang="en-IN" sz="2100" dirty="0">
                <a:latin typeface="Times New Roman"/>
                <a:cs typeface="Times New Roman"/>
              </a:rPr>
              <a:t> Optimization Techniques in University Timetabling Problem: Constraints, Methodologies, Benchmarks, and Open Issues. Computers, Materials &amp; Continua, 74(3), 6461–6484. </a:t>
            </a:r>
          </a:p>
          <a:p>
            <a:pPr algn="just">
              <a:buAutoNum type="arabicPeriod"/>
            </a:pPr>
            <a:r>
              <a:rPr lang="en-IN" sz="2100" b="1" dirty="0">
                <a:latin typeface="Times New Roman"/>
                <a:cs typeface="Times New Roman"/>
              </a:rPr>
              <a:t>Agrawal, A. K., Yadav, S., Gupta, A. A., &amp; Pandey, S. (2024).</a:t>
            </a:r>
            <a:r>
              <a:rPr lang="en-IN" sz="2100" dirty="0">
                <a:latin typeface="Times New Roman"/>
                <a:cs typeface="Times New Roman"/>
              </a:rPr>
              <a:t> Examination and Class Timetabling Problem: A Case Study of an Indian University. International Journal of Operational Research, 50(3), 291–315. </a:t>
            </a:r>
          </a:p>
          <a:p>
            <a:pPr algn="just">
              <a:buAutoNum type="arabicPeriod"/>
            </a:pPr>
            <a:r>
              <a:rPr lang="en-IN" sz="2100" b="1" dirty="0">
                <a:latin typeface="Times New Roman"/>
                <a:cs typeface="Times New Roman"/>
              </a:rPr>
              <a:t>Kiyohara, M., &amp; </a:t>
            </a:r>
            <a:r>
              <a:rPr lang="en-IN" sz="2100" b="1" dirty="0" err="1">
                <a:latin typeface="Times New Roman"/>
                <a:cs typeface="Times New Roman"/>
              </a:rPr>
              <a:t>Ishihata</a:t>
            </a:r>
            <a:r>
              <a:rPr lang="en-IN" sz="2100" b="1" dirty="0">
                <a:latin typeface="Times New Roman"/>
                <a:cs typeface="Times New Roman"/>
              </a:rPr>
              <a:t>, M. (2024).</a:t>
            </a:r>
            <a:r>
              <a:rPr lang="en-IN" sz="2100" dirty="0">
                <a:latin typeface="Times New Roman"/>
                <a:cs typeface="Times New Roman"/>
              </a:rPr>
              <a:t> A Constraint Programming Approach to Fair High School Course Scheduling. </a:t>
            </a:r>
          </a:p>
          <a:p>
            <a:pPr algn="just">
              <a:buAutoNum type="arabicPeriod"/>
            </a:pPr>
            <a:r>
              <a:rPr lang="en-IN" sz="2100" b="1" dirty="0">
                <a:latin typeface="Times New Roman"/>
                <a:cs typeface="Times New Roman"/>
              </a:rPr>
              <a:t>From Integer Programming to Machine Learning: A Technical Review on Solving University Timetabling Problems. (2025).</a:t>
            </a:r>
            <a:r>
              <a:rPr lang="en-IN" sz="2100" dirty="0">
                <a:latin typeface="Times New Roman"/>
                <a:cs typeface="Times New Roman"/>
              </a:rPr>
              <a:t> Computation, 13(1), 10. </a:t>
            </a:r>
          </a:p>
          <a:p>
            <a:pPr algn="just">
              <a:buAutoNum type="arabicPeriod"/>
            </a:pPr>
            <a:r>
              <a:rPr lang="en-IN" sz="2100" b="1" dirty="0" err="1">
                <a:latin typeface="Times New Roman"/>
                <a:cs typeface="Times New Roman"/>
              </a:rPr>
              <a:t>Maspiyanti</a:t>
            </a:r>
            <a:r>
              <a:rPr lang="en-IN" sz="2100" b="1" dirty="0">
                <a:latin typeface="Times New Roman"/>
                <a:cs typeface="Times New Roman"/>
              </a:rPr>
              <a:t>, F., </a:t>
            </a:r>
            <a:r>
              <a:rPr lang="en-IN" sz="2100" b="1" dirty="0" err="1">
                <a:latin typeface="Times New Roman"/>
                <a:cs typeface="Times New Roman"/>
              </a:rPr>
              <a:t>Gatc</a:t>
            </a:r>
            <a:r>
              <a:rPr lang="en-IN" sz="2100" b="1" dirty="0">
                <a:latin typeface="Times New Roman"/>
                <a:cs typeface="Times New Roman"/>
              </a:rPr>
              <a:t>, J., </a:t>
            </a:r>
            <a:r>
              <a:rPr lang="en-IN" sz="2100" b="1" dirty="0" err="1">
                <a:latin typeface="Times New Roman"/>
                <a:cs typeface="Times New Roman"/>
              </a:rPr>
              <a:t>Nursari</a:t>
            </a:r>
            <a:r>
              <a:rPr lang="en-IN" sz="2100" b="1" dirty="0">
                <a:latin typeface="Times New Roman"/>
                <a:cs typeface="Times New Roman"/>
              </a:rPr>
              <a:t>, S. R. C., &amp; </a:t>
            </a:r>
            <a:r>
              <a:rPr lang="en-IN" sz="2100" b="1" dirty="0" err="1">
                <a:latin typeface="Times New Roman"/>
                <a:cs typeface="Times New Roman"/>
              </a:rPr>
              <a:t>Murtako</a:t>
            </a:r>
            <a:r>
              <a:rPr lang="en-IN" sz="2100" b="1" dirty="0">
                <a:latin typeface="Times New Roman"/>
                <a:cs typeface="Times New Roman"/>
              </a:rPr>
              <a:t>, A. (2025).</a:t>
            </a:r>
            <a:r>
              <a:rPr lang="en-IN" sz="2100" dirty="0">
                <a:latin typeface="Times New Roman"/>
                <a:cs typeface="Times New Roman"/>
              </a:rPr>
              <a:t> Course Timetabling Using Genetic Algorithm and Fuzzy Cross-Over. JOIV: International Journal on Informatics Visualization, 9(5), 2133–2141. </a:t>
            </a:r>
          </a:p>
          <a:p>
            <a:pPr algn="just">
              <a:buAutoNum type="arabicPeriod"/>
            </a:pPr>
            <a:endParaRPr lang="en-IN" sz="2200" i="1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39344-ADBC-B88F-186E-D6C212E89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1214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Times New Roman</vt:lpstr>
      <vt:lpstr>Wingdings</vt:lpstr>
      <vt:lpstr>Office Theme</vt:lpstr>
      <vt:lpstr>AI-BASED CONSTRAIN SATISFACTION SOLVER FOR AUTOMATED TIMETABLE SCHEDULING</vt:lpstr>
      <vt:lpstr>INTRODUCTION</vt:lpstr>
      <vt:lpstr>OBJECTIVES</vt:lpstr>
      <vt:lpstr>PROBLEM STATEMENT </vt:lpstr>
      <vt:lpstr>PROPOSED SOLUTION </vt:lpstr>
      <vt:lpstr>LITERATURE REVIEW </vt:lpstr>
      <vt:lpstr>METHODOLOGY</vt:lpstr>
      <vt:lpstr>SYSTEM ARCHITECTURE</vt:lpstr>
      <vt:lpstr>Module 1: Data Collection &amp;Constraint Modeling </vt:lpstr>
      <vt:lpstr>Module 2: CSP Solving Engine</vt:lpstr>
      <vt:lpstr>Module 3: TimetableGeneration &amp; ConflictReporting </vt:lpstr>
      <vt:lpstr>    ADVANTAGES And DISADVANTAGES</vt:lpstr>
      <vt:lpstr>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G KAVIYA</cp:lastModifiedBy>
  <cp:revision>3</cp:revision>
  <dcterms:created xsi:type="dcterms:W3CDTF">2026-08-09T16:49:05Z</dcterms:created>
  <dcterms:modified xsi:type="dcterms:W3CDTF">2026-08-25T13:31:01Z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2026-08-09T00:00:00Z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2026-08-09T00:00:00Z</vt:filetime>
  </property>
</Properties>
</file>